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7065FB-3FE7-454A-BE82-DFC05320F3A5}" type="doc">
      <dgm:prSet loTypeId="urn:microsoft.com/office/officeart/2005/8/layout/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BB5F6DA-915B-43E1-B679-82BA8F2EDF8A}">
      <dgm:prSet phldrT="[Text]" phldr="0"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Data Import </a:t>
          </a:r>
        </a:p>
      </dgm:t>
    </dgm:pt>
    <dgm:pt modelId="{B88217FE-4588-4E38-8BF0-3BBE9751181B}" type="parTrans" cxnId="{911256FE-C989-485F-B235-24E5196BAD6B}">
      <dgm:prSet/>
      <dgm:spPr/>
      <dgm:t>
        <a:bodyPr/>
        <a:lstStyle/>
        <a:p>
          <a:endParaRPr lang="en-IN"/>
        </a:p>
      </dgm:t>
    </dgm:pt>
    <dgm:pt modelId="{6C9E2FC5-8A76-458B-ACB2-B6A130E961BA}" type="sibTrans" cxnId="{911256FE-C989-485F-B235-24E5196BAD6B}">
      <dgm:prSet/>
      <dgm:spPr/>
      <dgm:t>
        <a:bodyPr/>
        <a:lstStyle/>
        <a:p>
          <a:endParaRPr lang="en-IN"/>
        </a:p>
      </dgm:t>
    </dgm:pt>
    <dgm:pt modelId="{E8324585-0F6D-4B7C-8C26-A156AEB7E450}">
      <dgm:prSet phldrT="[Text]" phldr="0"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Cleaning</a:t>
          </a:r>
          <a:r>
            <a:rPr lang="en-IN" sz="3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EC3C2B76-8D64-4746-86D0-86A8969D8D14}" type="parTrans" cxnId="{D0D21EE6-928B-4ACA-9A34-C7E5BAB301BE}">
      <dgm:prSet/>
      <dgm:spPr/>
      <dgm:t>
        <a:bodyPr/>
        <a:lstStyle/>
        <a:p>
          <a:endParaRPr lang="en-IN"/>
        </a:p>
      </dgm:t>
    </dgm:pt>
    <dgm:pt modelId="{AE037D8D-34C4-4DB0-A0D0-98B971E8561E}" type="sibTrans" cxnId="{D0D21EE6-928B-4ACA-9A34-C7E5BAB301BE}">
      <dgm:prSet/>
      <dgm:spPr/>
      <dgm:t>
        <a:bodyPr/>
        <a:lstStyle/>
        <a:p>
          <a:endParaRPr lang="en-IN"/>
        </a:p>
      </dgm:t>
    </dgm:pt>
    <dgm:pt modelId="{96567489-D98C-4876-AE45-D1F594034ABD}">
      <dgm:prSet phldrT="[Text]" phldr="0" custT="1"/>
      <dgm:spPr/>
      <dgm:t>
        <a:bodyPr/>
        <a:lstStyle/>
        <a:p>
          <a:r>
            <a:rPr lang="en-IN" sz="3000" dirty="0">
              <a:latin typeface="Times New Roman" panose="02020603050405020304" pitchFamily="18" charset="0"/>
              <a:cs typeface="Times New Roman" panose="02020603050405020304" pitchFamily="18" charset="0"/>
            </a:rPr>
            <a:t>Merging</a:t>
          </a:r>
        </a:p>
      </dgm:t>
    </dgm:pt>
    <dgm:pt modelId="{D02E7C31-C974-4601-A905-CBF8C31444D2}" type="parTrans" cxnId="{BD4D33DB-E542-4237-9F6C-554C4491D888}">
      <dgm:prSet/>
      <dgm:spPr/>
      <dgm:t>
        <a:bodyPr/>
        <a:lstStyle/>
        <a:p>
          <a:endParaRPr lang="en-IN"/>
        </a:p>
      </dgm:t>
    </dgm:pt>
    <dgm:pt modelId="{41FAD3BE-114D-418B-A381-CD26914361C7}" type="sibTrans" cxnId="{BD4D33DB-E542-4237-9F6C-554C4491D888}">
      <dgm:prSet/>
      <dgm:spPr/>
      <dgm:t>
        <a:bodyPr/>
        <a:lstStyle/>
        <a:p>
          <a:endParaRPr lang="en-IN"/>
        </a:p>
      </dgm:t>
    </dgm:pt>
    <dgm:pt modelId="{22180446-964B-4C21-8227-AC2F1CE82684}">
      <dgm:prSet/>
      <dgm:spPr/>
      <dgm:t>
        <a:bodyPr/>
        <a:lstStyle/>
        <a:p>
          <a:endParaRPr lang="en-IN" dirty="0"/>
        </a:p>
      </dgm:t>
    </dgm:pt>
    <dgm:pt modelId="{C790D7A0-C7BC-4D31-A2CB-115476DFFD8C}" type="parTrans" cxnId="{CE1E4DD4-AB5D-46AC-9C4A-415A2D02AC75}">
      <dgm:prSet/>
      <dgm:spPr/>
      <dgm:t>
        <a:bodyPr/>
        <a:lstStyle/>
        <a:p>
          <a:endParaRPr lang="en-IN"/>
        </a:p>
      </dgm:t>
    </dgm:pt>
    <dgm:pt modelId="{99B0FFC9-A7DD-4680-838A-AE2ABB2D44D1}" type="sibTrans" cxnId="{CE1E4DD4-AB5D-46AC-9C4A-415A2D02AC75}">
      <dgm:prSet/>
      <dgm:spPr/>
      <dgm:t>
        <a:bodyPr/>
        <a:lstStyle/>
        <a:p>
          <a:endParaRPr lang="en-IN"/>
        </a:p>
      </dgm:t>
    </dgm:pt>
    <dgm:pt modelId="{C0117260-CC71-4BF2-920D-0A239E9246E4}">
      <dgm:prSet/>
      <dgm:spPr/>
      <dgm:t>
        <a:bodyPr/>
        <a:lstStyle/>
        <a:p>
          <a:endParaRPr lang="en-IN"/>
        </a:p>
      </dgm:t>
    </dgm:pt>
    <dgm:pt modelId="{BC39F35A-AF08-4995-A1A6-C6AD841744B9}" type="parTrans" cxnId="{82DEE466-AB43-4AAD-9C0B-E01B5841EB42}">
      <dgm:prSet/>
      <dgm:spPr/>
      <dgm:t>
        <a:bodyPr/>
        <a:lstStyle/>
        <a:p>
          <a:endParaRPr lang="en-IN"/>
        </a:p>
      </dgm:t>
    </dgm:pt>
    <dgm:pt modelId="{8B42783F-3FC5-47B4-9F43-5E2A0CFF66FA}" type="sibTrans" cxnId="{82DEE466-AB43-4AAD-9C0B-E01B5841EB42}">
      <dgm:prSet/>
      <dgm:spPr/>
      <dgm:t>
        <a:bodyPr/>
        <a:lstStyle/>
        <a:p>
          <a:endParaRPr lang="en-IN"/>
        </a:p>
      </dgm:t>
    </dgm:pt>
    <dgm:pt modelId="{CA2A9D17-C96F-45E0-A353-7E4103DFEB8D}">
      <dgm:prSet/>
      <dgm:spPr/>
      <dgm:t>
        <a:bodyPr/>
        <a:lstStyle/>
        <a:p>
          <a:endParaRPr lang="en-IN" dirty="0"/>
        </a:p>
      </dgm:t>
    </dgm:pt>
    <dgm:pt modelId="{3A077C07-02E0-400A-9A19-D467F71FAA08}" type="parTrans" cxnId="{B6866487-98EA-4730-A209-AEB7C44F3963}">
      <dgm:prSet/>
      <dgm:spPr/>
      <dgm:t>
        <a:bodyPr/>
        <a:lstStyle/>
        <a:p>
          <a:endParaRPr lang="en-IN"/>
        </a:p>
      </dgm:t>
    </dgm:pt>
    <dgm:pt modelId="{3C010D02-194A-43B1-B555-BD38475011FA}" type="sibTrans" cxnId="{B6866487-98EA-4730-A209-AEB7C44F3963}">
      <dgm:prSet/>
      <dgm:spPr/>
      <dgm:t>
        <a:bodyPr/>
        <a:lstStyle/>
        <a:p>
          <a:endParaRPr lang="en-IN"/>
        </a:p>
      </dgm:t>
    </dgm:pt>
    <dgm:pt modelId="{F0C66362-7780-4F20-A59D-B68E39C2DB4B}" type="pres">
      <dgm:prSet presAssocID="{5D7065FB-3FE7-454A-BE82-DFC05320F3A5}" presName="diagram" presStyleCnt="0">
        <dgm:presLayoutVars>
          <dgm:dir/>
          <dgm:resizeHandles val="exact"/>
        </dgm:presLayoutVars>
      </dgm:prSet>
      <dgm:spPr/>
    </dgm:pt>
    <dgm:pt modelId="{D11580FA-9531-40A6-8C17-0435CE08BDB1}" type="pres">
      <dgm:prSet presAssocID="{BBB5F6DA-915B-43E1-B679-82BA8F2EDF8A}" presName="node" presStyleLbl="node1" presStyleIdx="0" presStyleCnt="6">
        <dgm:presLayoutVars>
          <dgm:bulletEnabled val="1"/>
        </dgm:presLayoutVars>
      </dgm:prSet>
      <dgm:spPr/>
    </dgm:pt>
    <dgm:pt modelId="{DD096911-35DD-40CA-A736-927FFB462737}" type="pres">
      <dgm:prSet presAssocID="{6C9E2FC5-8A76-458B-ACB2-B6A130E961BA}" presName="sibTrans" presStyleLbl="sibTrans2D1" presStyleIdx="0" presStyleCnt="5"/>
      <dgm:spPr/>
    </dgm:pt>
    <dgm:pt modelId="{70A0D4C0-1A63-4A71-8A8F-91317545AB89}" type="pres">
      <dgm:prSet presAssocID="{6C9E2FC5-8A76-458B-ACB2-B6A130E961BA}" presName="connectorText" presStyleLbl="sibTrans2D1" presStyleIdx="0" presStyleCnt="5"/>
      <dgm:spPr/>
    </dgm:pt>
    <dgm:pt modelId="{785E866A-FBB6-4B52-A5C6-57A207C9C185}" type="pres">
      <dgm:prSet presAssocID="{E8324585-0F6D-4B7C-8C26-A156AEB7E450}" presName="node" presStyleLbl="node1" presStyleIdx="1" presStyleCnt="6">
        <dgm:presLayoutVars>
          <dgm:bulletEnabled val="1"/>
        </dgm:presLayoutVars>
      </dgm:prSet>
      <dgm:spPr/>
    </dgm:pt>
    <dgm:pt modelId="{C0F51436-B94F-4A71-8080-7E1EACF71998}" type="pres">
      <dgm:prSet presAssocID="{AE037D8D-34C4-4DB0-A0D0-98B971E8561E}" presName="sibTrans" presStyleLbl="sibTrans2D1" presStyleIdx="1" presStyleCnt="5"/>
      <dgm:spPr/>
    </dgm:pt>
    <dgm:pt modelId="{DE4DDF35-3BE8-4F8C-8C41-5BCEFABD6E49}" type="pres">
      <dgm:prSet presAssocID="{AE037D8D-34C4-4DB0-A0D0-98B971E8561E}" presName="connectorText" presStyleLbl="sibTrans2D1" presStyleIdx="1" presStyleCnt="5"/>
      <dgm:spPr/>
    </dgm:pt>
    <dgm:pt modelId="{4C305431-1EA3-4A24-89C3-0D27C70E3FF6}" type="pres">
      <dgm:prSet presAssocID="{96567489-D98C-4876-AE45-D1F594034ABD}" presName="node" presStyleLbl="node1" presStyleIdx="2" presStyleCnt="6">
        <dgm:presLayoutVars>
          <dgm:bulletEnabled val="1"/>
        </dgm:presLayoutVars>
      </dgm:prSet>
      <dgm:spPr/>
    </dgm:pt>
    <dgm:pt modelId="{67307A82-5714-4220-B645-6A1901A7465D}" type="pres">
      <dgm:prSet presAssocID="{41FAD3BE-114D-418B-A381-CD26914361C7}" presName="sibTrans" presStyleLbl="sibTrans2D1" presStyleIdx="2" presStyleCnt="5"/>
      <dgm:spPr/>
    </dgm:pt>
    <dgm:pt modelId="{A58C4953-046F-43EC-B6D5-2A1C9992EC03}" type="pres">
      <dgm:prSet presAssocID="{41FAD3BE-114D-418B-A381-CD26914361C7}" presName="connectorText" presStyleLbl="sibTrans2D1" presStyleIdx="2" presStyleCnt="5"/>
      <dgm:spPr/>
    </dgm:pt>
    <dgm:pt modelId="{01B8E14D-AC41-40F1-86D0-F498252F0782}" type="pres">
      <dgm:prSet presAssocID="{22180446-964B-4C21-8227-AC2F1CE82684}" presName="node" presStyleLbl="node1" presStyleIdx="3" presStyleCnt="6">
        <dgm:presLayoutVars>
          <dgm:bulletEnabled val="1"/>
        </dgm:presLayoutVars>
      </dgm:prSet>
      <dgm:spPr/>
    </dgm:pt>
    <dgm:pt modelId="{17BC8BBA-E2D4-4B32-A020-487D582BB947}" type="pres">
      <dgm:prSet presAssocID="{99B0FFC9-A7DD-4680-838A-AE2ABB2D44D1}" presName="sibTrans" presStyleLbl="sibTrans2D1" presStyleIdx="3" presStyleCnt="5"/>
      <dgm:spPr/>
    </dgm:pt>
    <dgm:pt modelId="{127983DF-B216-4306-BF1E-63B67E93D340}" type="pres">
      <dgm:prSet presAssocID="{99B0FFC9-A7DD-4680-838A-AE2ABB2D44D1}" presName="connectorText" presStyleLbl="sibTrans2D1" presStyleIdx="3" presStyleCnt="5"/>
      <dgm:spPr/>
    </dgm:pt>
    <dgm:pt modelId="{4565D323-34C3-4A08-AD0D-E1D01CACD44D}" type="pres">
      <dgm:prSet presAssocID="{C0117260-CC71-4BF2-920D-0A239E9246E4}" presName="node" presStyleLbl="node1" presStyleIdx="4" presStyleCnt="6">
        <dgm:presLayoutVars>
          <dgm:bulletEnabled val="1"/>
        </dgm:presLayoutVars>
      </dgm:prSet>
      <dgm:spPr/>
    </dgm:pt>
    <dgm:pt modelId="{5335A2A2-ACFF-4422-9A9E-37D9144584F5}" type="pres">
      <dgm:prSet presAssocID="{8B42783F-3FC5-47B4-9F43-5E2A0CFF66FA}" presName="sibTrans" presStyleLbl="sibTrans2D1" presStyleIdx="4" presStyleCnt="5"/>
      <dgm:spPr/>
    </dgm:pt>
    <dgm:pt modelId="{768A1029-EF8E-4C36-9FC4-18EB7DD24341}" type="pres">
      <dgm:prSet presAssocID="{8B42783F-3FC5-47B4-9F43-5E2A0CFF66FA}" presName="connectorText" presStyleLbl="sibTrans2D1" presStyleIdx="4" presStyleCnt="5"/>
      <dgm:spPr/>
    </dgm:pt>
    <dgm:pt modelId="{487F1D88-69C0-4F3A-96B3-1EA6EC705E69}" type="pres">
      <dgm:prSet presAssocID="{CA2A9D17-C96F-45E0-A353-7E4103DFEB8D}" presName="node" presStyleLbl="node1" presStyleIdx="5" presStyleCnt="6">
        <dgm:presLayoutVars>
          <dgm:bulletEnabled val="1"/>
        </dgm:presLayoutVars>
      </dgm:prSet>
      <dgm:spPr/>
    </dgm:pt>
  </dgm:ptLst>
  <dgm:cxnLst>
    <dgm:cxn modelId="{9ED66F2E-E3D9-42BB-AB8C-42D55B586930}" type="presOf" srcId="{8B42783F-3FC5-47B4-9F43-5E2A0CFF66FA}" destId="{5335A2A2-ACFF-4422-9A9E-37D9144584F5}" srcOrd="0" destOrd="0" presId="urn:microsoft.com/office/officeart/2005/8/layout/process5"/>
    <dgm:cxn modelId="{F46F9A3B-1B7B-4821-A5AC-43012582B068}" type="presOf" srcId="{5D7065FB-3FE7-454A-BE82-DFC05320F3A5}" destId="{F0C66362-7780-4F20-A59D-B68E39C2DB4B}" srcOrd="0" destOrd="0" presId="urn:microsoft.com/office/officeart/2005/8/layout/process5"/>
    <dgm:cxn modelId="{0EFF893F-C93D-49E5-9677-6CDC52470259}" type="presOf" srcId="{99B0FFC9-A7DD-4680-838A-AE2ABB2D44D1}" destId="{127983DF-B216-4306-BF1E-63B67E93D340}" srcOrd="1" destOrd="0" presId="urn:microsoft.com/office/officeart/2005/8/layout/process5"/>
    <dgm:cxn modelId="{D68EB742-1D84-4271-A1D9-92991C742C60}" type="presOf" srcId="{AE037D8D-34C4-4DB0-A0D0-98B971E8561E}" destId="{C0F51436-B94F-4A71-8080-7E1EACF71998}" srcOrd="0" destOrd="0" presId="urn:microsoft.com/office/officeart/2005/8/layout/process5"/>
    <dgm:cxn modelId="{82DEE466-AB43-4AAD-9C0B-E01B5841EB42}" srcId="{5D7065FB-3FE7-454A-BE82-DFC05320F3A5}" destId="{C0117260-CC71-4BF2-920D-0A239E9246E4}" srcOrd="4" destOrd="0" parTransId="{BC39F35A-AF08-4995-A1A6-C6AD841744B9}" sibTransId="{8B42783F-3FC5-47B4-9F43-5E2A0CFF66FA}"/>
    <dgm:cxn modelId="{41AB8C71-F174-4276-B738-6E98A6D2E5C0}" type="presOf" srcId="{96567489-D98C-4876-AE45-D1F594034ABD}" destId="{4C305431-1EA3-4A24-89C3-0D27C70E3FF6}" srcOrd="0" destOrd="0" presId="urn:microsoft.com/office/officeart/2005/8/layout/process5"/>
    <dgm:cxn modelId="{C9C1D278-F05F-46EF-9A38-D99792EEFAD4}" type="presOf" srcId="{6C9E2FC5-8A76-458B-ACB2-B6A130E961BA}" destId="{DD096911-35DD-40CA-A736-927FFB462737}" srcOrd="0" destOrd="0" presId="urn:microsoft.com/office/officeart/2005/8/layout/process5"/>
    <dgm:cxn modelId="{B8A35C7C-5096-4E9D-8949-E1CD9B2B2D31}" type="presOf" srcId="{99B0FFC9-A7DD-4680-838A-AE2ABB2D44D1}" destId="{17BC8BBA-E2D4-4B32-A020-487D582BB947}" srcOrd="0" destOrd="0" presId="urn:microsoft.com/office/officeart/2005/8/layout/process5"/>
    <dgm:cxn modelId="{B6866487-98EA-4730-A209-AEB7C44F3963}" srcId="{5D7065FB-3FE7-454A-BE82-DFC05320F3A5}" destId="{CA2A9D17-C96F-45E0-A353-7E4103DFEB8D}" srcOrd="5" destOrd="0" parTransId="{3A077C07-02E0-400A-9A19-D467F71FAA08}" sibTransId="{3C010D02-194A-43B1-B555-BD38475011FA}"/>
    <dgm:cxn modelId="{E57C9E9D-242F-4B9A-9BC7-53DFDAC3EA41}" type="presOf" srcId="{8B42783F-3FC5-47B4-9F43-5E2A0CFF66FA}" destId="{768A1029-EF8E-4C36-9FC4-18EB7DD24341}" srcOrd="1" destOrd="0" presId="urn:microsoft.com/office/officeart/2005/8/layout/process5"/>
    <dgm:cxn modelId="{6EA0BBA6-1F0D-4E89-9FF8-972A0C354D29}" type="presOf" srcId="{41FAD3BE-114D-418B-A381-CD26914361C7}" destId="{A58C4953-046F-43EC-B6D5-2A1C9992EC03}" srcOrd="1" destOrd="0" presId="urn:microsoft.com/office/officeart/2005/8/layout/process5"/>
    <dgm:cxn modelId="{4EE86DA9-9C4B-495F-A4AE-11B6B135F5A1}" type="presOf" srcId="{41FAD3BE-114D-418B-A381-CD26914361C7}" destId="{67307A82-5714-4220-B645-6A1901A7465D}" srcOrd="0" destOrd="0" presId="urn:microsoft.com/office/officeart/2005/8/layout/process5"/>
    <dgm:cxn modelId="{B4181FC0-FB01-467A-AC9B-EFB784C141F5}" type="presOf" srcId="{BBB5F6DA-915B-43E1-B679-82BA8F2EDF8A}" destId="{D11580FA-9531-40A6-8C17-0435CE08BDB1}" srcOrd="0" destOrd="0" presId="urn:microsoft.com/office/officeart/2005/8/layout/process5"/>
    <dgm:cxn modelId="{6AE1F7CB-1CA4-4FFA-AE82-1F14E2AB0918}" type="presOf" srcId="{AE037D8D-34C4-4DB0-A0D0-98B971E8561E}" destId="{DE4DDF35-3BE8-4F8C-8C41-5BCEFABD6E49}" srcOrd="1" destOrd="0" presId="urn:microsoft.com/office/officeart/2005/8/layout/process5"/>
    <dgm:cxn modelId="{1F0790CD-8ABF-4A42-9F38-2468F77349E2}" type="presOf" srcId="{E8324585-0F6D-4B7C-8C26-A156AEB7E450}" destId="{785E866A-FBB6-4B52-A5C6-57A207C9C185}" srcOrd="0" destOrd="0" presId="urn:microsoft.com/office/officeart/2005/8/layout/process5"/>
    <dgm:cxn modelId="{CE1E4DD4-AB5D-46AC-9C4A-415A2D02AC75}" srcId="{5D7065FB-3FE7-454A-BE82-DFC05320F3A5}" destId="{22180446-964B-4C21-8227-AC2F1CE82684}" srcOrd="3" destOrd="0" parTransId="{C790D7A0-C7BC-4D31-A2CB-115476DFFD8C}" sibTransId="{99B0FFC9-A7DD-4680-838A-AE2ABB2D44D1}"/>
    <dgm:cxn modelId="{BD4D33DB-E542-4237-9F6C-554C4491D888}" srcId="{5D7065FB-3FE7-454A-BE82-DFC05320F3A5}" destId="{96567489-D98C-4876-AE45-D1F594034ABD}" srcOrd="2" destOrd="0" parTransId="{D02E7C31-C974-4601-A905-CBF8C31444D2}" sibTransId="{41FAD3BE-114D-418B-A381-CD26914361C7}"/>
    <dgm:cxn modelId="{177D19E0-9BDB-4788-8D2D-A7F05BA2EE79}" type="presOf" srcId="{6C9E2FC5-8A76-458B-ACB2-B6A130E961BA}" destId="{70A0D4C0-1A63-4A71-8A8F-91317545AB89}" srcOrd="1" destOrd="0" presId="urn:microsoft.com/office/officeart/2005/8/layout/process5"/>
    <dgm:cxn modelId="{D0D21EE6-928B-4ACA-9A34-C7E5BAB301BE}" srcId="{5D7065FB-3FE7-454A-BE82-DFC05320F3A5}" destId="{E8324585-0F6D-4B7C-8C26-A156AEB7E450}" srcOrd="1" destOrd="0" parTransId="{EC3C2B76-8D64-4746-86D0-86A8969D8D14}" sibTransId="{AE037D8D-34C4-4DB0-A0D0-98B971E8561E}"/>
    <dgm:cxn modelId="{6D5960EA-A022-4484-B8AF-DB3109CFD7AD}" type="presOf" srcId="{CA2A9D17-C96F-45E0-A353-7E4103DFEB8D}" destId="{487F1D88-69C0-4F3A-96B3-1EA6EC705E69}" srcOrd="0" destOrd="0" presId="urn:microsoft.com/office/officeart/2005/8/layout/process5"/>
    <dgm:cxn modelId="{1360F0F3-F5D0-4882-9611-63CC56DBD10D}" type="presOf" srcId="{22180446-964B-4C21-8227-AC2F1CE82684}" destId="{01B8E14D-AC41-40F1-86D0-F498252F0782}" srcOrd="0" destOrd="0" presId="urn:microsoft.com/office/officeart/2005/8/layout/process5"/>
    <dgm:cxn modelId="{68CAACF8-B8A3-4CBF-9F26-E3A62A4A3919}" type="presOf" srcId="{C0117260-CC71-4BF2-920D-0A239E9246E4}" destId="{4565D323-34C3-4A08-AD0D-E1D01CACD44D}" srcOrd="0" destOrd="0" presId="urn:microsoft.com/office/officeart/2005/8/layout/process5"/>
    <dgm:cxn modelId="{911256FE-C989-485F-B235-24E5196BAD6B}" srcId="{5D7065FB-3FE7-454A-BE82-DFC05320F3A5}" destId="{BBB5F6DA-915B-43E1-B679-82BA8F2EDF8A}" srcOrd="0" destOrd="0" parTransId="{B88217FE-4588-4E38-8BF0-3BBE9751181B}" sibTransId="{6C9E2FC5-8A76-458B-ACB2-B6A130E961BA}"/>
    <dgm:cxn modelId="{9D6289E2-26B4-48F7-953E-C03D8664F720}" type="presParOf" srcId="{F0C66362-7780-4F20-A59D-B68E39C2DB4B}" destId="{D11580FA-9531-40A6-8C17-0435CE08BDB1}" srcOrd="0" destOrd="0" presId="urn:microsoft.com/office/officeart/2005/8/layout/process5"/>
    <dgm:cxn modelId="{F212E5A8-801A-41A4-A821-809DEFA90222}" type="presParOf" srcId="{F0C66362-7780-4F20-A59D-B68E39C2DB4B}" destId="{DD096911-35DD-40CA-A736-927FFB462737}" srcOrd="1" destOrd="0" presId="urn:microsoft.com/office/officeart/2005/8/layout/process5"/>
    <dgm:cxn modelId="{461D0AFA-CD9B-4306-B278-9B362672F8FD}" type="presParOf" srcId="{DD096911-35DD-40CA-A736-927FFB462737}" destId="{70A0D4C0-1A63-4A71-8A8F-91317545AB89}" srcOrd="0" destOrd="0" presId="urn:microsoft.com/office/officeart/2005/8/layout/process5"/>
    <dgm:cxn modelId="{6916B6C8-28E8-4DFE-A6BA-80B87CD90D8F}" type="presParOf" srcId="{F0C66362-7780-4F20-A59D-B68E39C2DB4B}" destId="{785E866A-FBB6-4B52-A5C6-57A207C9C185}" srcOrd="2" destOrd="0" presId="urn:microsoft.com/office/officeart/2005/8/layout/process5"/>
    <dgm:cxn modelId="{28D9C4CF-DCEB-480C-A979-23A4F6A5A864}" type="presParOf" srcId="{F0C66362-7780-4F20-A59D-B68E39C2DB4B}" destId="{C0F51436-B94F-4A71-8080-7E1EACF71998}" srcOrd="3" destOrd="0" presId="urn:microsoft.com/office/officeart/2005/8/layout/process5"/>
    <dgm:cxn modelId="{A9668311-C14F-4B87-A23B-91ACDE05273B}" type="presParOf" srcId="{C0F51436-B94F-4A71-8080-7E1EACF71998}" destId="{DE4DDF35-3BE8-4F8C-8C41-5BCEFABD6E49}" srcOrd="0" destOrd="0" presId="urn:microsoft.com/office/officeart/2005/8/layout/process5"/>
    <dgm:cxn modelId="{2570355C-637F-4946-B0D1-D925A52AD136}" type="presParOf" srcId="{F0C66362-7780-4F20-A59D-B68E39C2DB4B}" destId="{4C305431-1EA3-4A24-89C3-0D27C70E3FF6}" srcOrd="4" destOrd="0" presId="urn:microsoft.com/office/officeart/2005/8/layout/process5"/>
    <dgm:cxn modelId="{FAD27805-B8F3-4685-B7DC-807C91F017A2}" type="presParOf" srcId="{F0C66362-7780-4F20-A59D-B68E39C2DB4B}" destId="{67307A82-5714-4220-B645-6A1901A7465D}" srcOrd="5" destOrd="0" presId="urn:microsoft.com/office/officeart/2005/8/layout/process5"/>
    <dgm:cxn modelId="{6A280956-A2AD-4572-BCD6-9E311E95752D}" type="presParOf" srcId="{67307A82-5714-4220-B645-6A1901A7465D}" destId="{A58C4953-046F-43EC-B6D5-2A1C9992EC03}" srcOrd="0" destOrd="0" presId="urn:microsoft.com/office/officeart/2005/8/layout/process5"/>
    <dgm:cxn modelId="{C3F0ACB3-8EE7-41B5-88D7-903A085F3038}" type="presParOf" srcId="{F0C66362-7780-4F20-A59D-B68E39C2DB4B}" destId="{01B8E14D-AC41-40F1-86D0-F498252F0782}" srcOrd="6" destOrd="0" presId="urn:microsoft.com/office/officeart/2005/8/layout/process5"/>
    <dgm:cxn modelId="{3A5E7B0E-B9E2-4C5A-BCB3-6A949983E881}" type="presParOf" srcId="{F0C66362-7780-4F20-A59D-B68E39C2DB4B}" destId="{17BC8BBA-E2D4-4B32-A020-487D582BB947}" srcOrd="7" destOrd="0" presId="urn:microsoft.com/office/officeart/2005/8/layout/process5"/>
    <dgm:cxn modelId="{D9B00164-01A2-42AC-94EA-96C084799045}" type="presParOf" srcId="{17BC8BBA-E2D4-4B32-A020-487D582BB947}" destId="{127983DF-B216-4306-BF1E-63B67E93D340}" srcOrd="0" destOrd="0" presId="urn:microsoft.com/office/officeart/2005/8/layout/process5"/>
    <dgm:cxn modelId="{F7E78AD1-3A91-409E-9248-3939588B9270}" type="presParOf" srcId="{F0C66362-7780-4F20-A59D-B68E39C2DB4B}" destId="{4565D323-34C3-4A08-AD0D-E1D01CACD44D}" srcOrd="8" destOrd="0" presId="urn:microsoft.com/office/officeart/2005/8/layout/process5"/>
    <dgm:cxn modelId="{3B2B46AB-CD17-4D12-990C-C42D81C28D85}" type="presParOf" srcId="{F0C66362-7780-4F20-A59D-B68E39C2DB4B}" destId="{5335A2A2-ACFF-4422-9A9E-37D9144584F5}" srcOrd="9" destOrd="0" presId="urn:microsoft.com/office/officeart/2005/8/layout/process5"/>
    <dgm:cxn modelId="{1503ED0D-6554-4581-9EA5-CA34E089485D}" type="presParOf" srcId="{5335A2A2-ACFF-4422-9A9E-37D9144584F5}" destId="{768A1029-EF8E-4C36-9FC4-18EB7DD24341}" srcOrd="0" destOrd="0" presId="urn:microsoft.com/office/officeart/2005/8/layout/process5"/>
    <dgm:cxn modelId="{616DB32A-2330-4CBE-9D6C-B263CC4566C0}" type="presParOf" srcId="{F0C66362-7780-4F20-A59D-B68E39C2DB4B}" destId="{487F1D88-69C0-4F3A-96B3-1EA6EC705E69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5C1127-9B2D-489F-8E5F-98D3FADD7EC1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84CAF3-0EEA-43ED-8130-467331F544A8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Excel Foundations Used</a:t>
          </a:r>
        </a:p>
      </dgm:t>
    </dgm:pt>
    <dgm:pt modelId="{D86FCB72-5749-4D1F-8789-A9CFC88F3616}" type="parTrans" cxnId="{4C641159-22B7-416F-A7BB-BE6EC8710814}">
      <dgm:prSet/>
      <dgm:spPr/>
      <dgm:t>
        <a:bodyPr/>
        <a:lstStyle/>
        <a:p>
          <a:endParaRPr lang="en-IN"/>
        </a:p>
      </dgm:t>
    </dgm:pt>
    <dgm:pt modelId="{41976179-E3DF-40A2-996D-9C3DBD6C567F}" type="sibTrans" cxnId="{4C641159-22B7-416F-A7BB-BE6EC8710814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E9FBC6-AC57-4A85-B68C-54CE47345272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Sorting, filtering, formatting</a:t>
          </a:r>
        </a:p>
      </dgm:t>
    </dgm:pt>
    <dgm:pt modelId="{28D6A04C-4159-49E9-844B-92909BAE2795}" type="parTrans" cxnId="{4692CD16-5F1D-47CF-9BFB-9CB6DCC74BBF}">
      <dgm:prSet/>
      <dgm:spPr/>
      <dgm:t>
        <a:bodyPr/>
        <a:lstStyle/>
        <a:p>
          <a:endParaRPr lang="en-IN"/>
        </a:p>
      </dgm:t>
    </dgm:pt>
    <dgm:pt modelId="{4F0BB43E-F43F-4941-B82F-FA2D430C4A70}" type="sibTrans" cxnId="{4692CD16-5F1D-47CF-9BFB-9CB6DCC74BBF}">
      <dgm:prSet/>
      <dgm:spPr/>
      <dgm:t>
        <a:bodyPr/>
        <a:lstStyle/>
        <a:p>
          <a:endParaRPr lang="en-IN"/>
        </a:p>
      </dgm:t>
    </dgm:pt>
    <dgm:pt modelId="{F4F9C89D-97DE-4606-8F67-CA9A6DC80E6E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 Cleaning &amp; Merging</a:t>
          </a:r>
        </a:p>
      </dgm:t>
    </dgm:pt>
    <dgm:pt modelId="{D75B8B91-270E-4549-8BEB-7DA8DDE3617D}" type="parTrans" cxnId="{62DAD535-D827-4725-A473-88362F74A44B}">
      <dgm:prSet/>
      <dgm:spPr/>
      <dgm:t>
        <a:bodyPr/>
        <a:lstStyle/>
        <a:p>
          <a:endParaRPr lang="en-IN"/>
        </a:p>
      </dgm:t>
    </dgm:pt>
    <dgm:pt modelId="{EAEB99A1-1915-400B-9B62-ADA038560672}" type="sibTrans" cxnId="{62DAD535-D827-4725-A473-88362F74A44B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18A07D-19F4-4305-BE5E-C330FA15543B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Conditional Logic &amp; Lookups</a:t>
          </a:r>
        </a:p>
      </dgm:t>
    </dgm:pt>
    <dgm:pt modelId="{78761FBB-1121-4F42-9018-83DEE9D5AC20}" type="parTrans" cxnId="{2B75BC14-917A-4C98-9633-959F349D940F}">
      <dgm:prSet/>
      <dgm:spPr/>
      <dgm:t>
        <a:bodyPr/>
        <a:lstStyle/>
        <a:p>
          <a:endParaRPr lang="en-IN"/>
        </a:p>
      </dgm:t>
    </dgm:pt>
    <dgm:pt modelId="{EB03A849-48BA-4539-95E9-FA91733E9D99}" type="sibTrans" cxnId="{2B75BC14-917A-4C98-9633-959F349D940F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09DDF9-E4FB-433A-A930-2E744ED4B4D2}">
      <dgm:prSet phldrT="[Text]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IF statements for classification</a:t>
          </a:r>
        </a:p>
      </dgm:t>
    </dgm:pt>
    <dgm:pt modelId="{75D1BBB6-0433-4A60-B5B2-058513779597}" type="parTrans" cxnId="{FD7EFFC3-4E84-4275-9055-34F64613BC66}">
      <dgm:prSet/>
      <dgm:spPr/>
      <dgm:t>
        <a:bodyPr/>
        <a:lstStyle/>
        <a:p>
          <a:endParaRPr lang="en-IN"/>
        </a:p>
      </dgm:t>
    </dgm:pt>
    <dgm:pt modelId="{7097F23B-4872-4830-B4AD-9516DDFB8BA9}" type="sibTrans" cxnId="{FD7EFFC3-4E84-4275-9055-34F64613BC66}">
      <dgm:prSet/>
      <dgm:spPr/>
      <dgm:t>
        <a:bodyPr/>
        <a:lstStyle/>
        <a:p>
          <a:endParaRPr lang="en-IN"/>
        </a:p>
      </dgm:t>
    </dgm:pt>
    <dgm:pt modelId="{E9F95CEA-D083-4DAE-A46A-DAFE655FC30D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Advanced Data Analysis</a:t>
          </a:r>
        </a:p>
      </dgm:t>
    </dgm:pt>
    <dgm:pt modelId="{9C36DD7D-49EF-45B0-894E-62612D4E3AD9}" type="parTrans" cxnId="{753168EC-AEE6-4386-A554-4A34B799E751}">
      <dgm:prSet/>
      <dgm:spPr/>
      <dgm:t>
        <a:bodyPr/>
        <a:lstStyle/>
        <a:p>
          <a:endParaRPr lang="en-IN"/>
        </a:p>
      </dgm:t>
    </dgm:pt>
    <dgm:pt modelId="{CEB2B6AD-59A7-4B34-99AD-43239C2F61BE}" type="sibTrans" cxnId="{753168EC-AEE6-4386-A554-4A34B799E751}">
      <dgm:prSet/>
      <dgm:spPr/>
      <dgm:t>
        <a:bodyPr/>
        <a:lstStyle/>
        <a:p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5C66A8-D30D-4584-846F-63F90E29DDD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Pivot tables &amp; pivot charts</a:t>
          </a:r>
          <a:endParaRPr lang="en-IN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B6CFA6-3607-4F1C-AB5C-4A80401C7304}" type="parTrans" cxnId="{45F6BA16-6552-4CA2-8914-D8EFF3BE7C2E}">
      <dgm:prSet/>
      <dgm:spPr/>
      <dgm:t>
        <a:bodyPr/>
        <a:lstStyle/>
        <a:p>
          <a:endParaRPr lang="en-IN"/>
        </a:p>
      </dgm:t>
    </dgm:pt>
    <dgm:pt modelId="{45360517-FF0F-4EB0-A64B-DF6521669C54}" type="sibTrans" cxnId="{45F6BA16-6552-4CA2-8914-D8EFF3BE7C2E}">
      <dgm:prSet/>
      <dgm:spPr/>
      <dgm:t>
        <a:bodyPr/>
        <a:lstStyle/>
        <a:p>
          <a:endParaRPr lang="en-IN"/>
        </a:p>
      </dgm:t>
    </dgm:pt>
    <dgm:pt modelId="{B75507B3-D76D-4BF9-A5B4-9E474A6E58B8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SUMIF, COUNTIF, CORREL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10C68C1-CE41-4EE9-B845-3F014BA5495E}" type="parTrans" cxnId="{CCC0C887-B923-4CFB-A2BA-A327A7FC4FDA}">
      <dgm:prSet/>
      <dgm:spPr/>
      <dgm:t>
        <a:bodyPr/>
        <a:lstStyle/>
        <a:p>
          <a:endParaRPr lang="en-IN"/>
        </a:p>
      </dgm:t>
    </dgm:pt>
    <dgm:pt modelId="{3B3D339B-A568-4BE0-8AE6-95266EDBC53D}" type="sibTrans" cxnId="{CCC0C887-B923-4CFB-A2BA-A327A7FC4FDA}">
      <dgm:prSet/>
      <dgm:spPr/>
      <dgm:t>
        <a:bodyPr/>
        <a:lstStyle/>
        <a:p>
          <a:endParaRPr lang="en-IN"/>
        </a:p>
      </dgm:t>
    </dgm:pt>
    <dgm:pt modelId="{83E5DEB4-761C-40F0-8FB5-BBB1C52B1B2D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Demand trend analysis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FC1E2E-0F28-4CCD-9E70-500FC1C0029A}" type="parTrans" cxnId="{94833B10-EE3C-40B1-BDEA-2F8E756D5AF1}">
      <dgm:prSet/>
      <dgm:spPr/>
      <dgm:t>
        <a:bodyPr/>
        <a:lstStyle/>
        <a:p>
          <a:endParaRPr lang="en-IN"/>
        </a:p>
      </dgm:t>
    </dgm:pt>
    <dgm:pt modelId="{7780CA50-C65C-4D19-BE8D-53D497CB0F5D}" type="sibTrans" cxnId="{94833B10-EE3C-40B1-BDEA-2F8E756D5AF1}">
      <dgm:prSet/>
      <dgm:spPr/>
      <dgm:t>
        <a:bodyPr/>
        <a:lstStyle/>
        <a:p>
          <a:endParaRPr lang="en-IN"/>
        </a:p>
      </dgm:t>
    </dgm:pt>
    <dgm:pt modelId="{7F5E014A-6183-405E-BB3D-9B7918B9434D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VLOOKUP / INDEX-MATCH</a:t>
          </a:r>
        </a:p>
      </dgm:t>
    </dgm:pt>
    <dgm:pt modelId="{702E5C88-1272-47CB-BBE2-E45F01DE47BA}" type="parTrans" cxnId="{9C311606-ED0E-46B5-9389-2A52DF8B5B34}">
      <dgm:prSet/>
      <dgm:spPr/>
      <dgm:t>
        <a:bodyPr/>
        <a:lstStyle/>
        <a:p>
          <a:endParaRPr lang="en-IN"/>
        </a:p>
      </dgm:t>
    </dgm:pt>
    <dgm:pt modelId="{037CEB35-F7A0-4876-BBDE-D98DB1F65F9D}" type="sibTrans" cxnId="{9C311606-ED0E-46B5-9389-2A52DF8B5B34}">
      <dgm:prSet/>
      <dgm:spPr/>
      <dgm:t>
        <a:bodyPr/>
        <a:lstStyle/>
        <a:p>
          <a:endParaRPr lang="en-IN"/>
        </a:p>
      </dgm:t>
    </dgm:pt>
    <dgm:pt modelId="{672BB018-FDA1-4096-B55F-C9F5F2683C07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Derived analytical columns</a:t>
          </a:r>
        </a:p>
      </dgm:t>
    </dgm:pt>
    <dgm:pt modelId="{5F7EDBE8-7220-42C5-882B-6CB38E35A027}" type="parTrans" cxnId="{36978E20-347C-48BB-882C-B703B5E2178F}">
      <dgm:prSet/>
      <dgm:spPr/>
      <dgm:t>
        <a:bodyPr/>
        <a:lstStyle/>
        <a:p>
          <a:endParaRPr lang="en-IN"/>
        </a:p>
      </dgm:t>
    </dgm:pt>
    <dgm:pt modelId="{299DDDF7-1903-4D66-8482-6C67D711314C}" type="sibTrans" cxnId="{36978E20-347C-48BB-882C-B703B5E2178F}">
      <dgm:prSet/>
      <dgm:spPr/>
      <dgm:t>
        <a:bodyPr/>
        <a:lstStyle/>
        <a:p>
          <a:endParaRPr lang="en-IN"/>
        </a:p>
      </dgm:t>
    </dgm:pt>
    <dgm:pt modelId="{FB5A616E-057B-4B2E-A6D7-C16E6DE73133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Imported datasets into Excel</a:t>
          </a:r>
        </a:p>
      </dgm:t>
    </dgm:pt>
    <dgm:pt modelId="{640F73D3-8A5D-4514-B644-3ED4472099AE}" type="parTrans" cxnId="{9FA05D4F-A73B-4132-A066-31BE0AA66369}">
      <dgm:prSet/>
      <dgm:spPr/>
      <dgm:t>
        <a:bodyPr/>
        <a:lstStyle/>
        <a:p>
          <a:endParaRPr lang="en-IN"/>
        </a:p>
      </dgm:t>
    </dgm:pt>
    <dgm:pt modelId="{736C0641-D98C-4FB4-AB4B-DD5EC33A4284}" type="sibTrans" cxnId="{9FA05D4F-A73B-4132-A066-31BE0AA66369}">
      <dgm:prSet/>
      <dgm:spPr/>
      <dgm:t>
        <a:bodyPr/>
        <a:lstStyle/>
        <a:p>
          <a:endParaRPr lang="en-IN"/>
        </a:p>
      </dgm:t>
    </dgm:pt>
    <dgm:pt modelId="{D0BE2EAA-20F2-4C16-B5BA-C454D27E043F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Handled missing &amp; duplicate values</a:t>
          </a:r>
        </a:p>
      </dgm:t>
    </dgm:pt>
    <dgm:pt modelId="{89DA6AB4-15BA-4378-A167-8154D34E470A}" type="parTrans" cxnId="{1BE65954-FEC2-40E5-8F09-F9A61576B4F6}">
      <dgm:prSet/>
      <dgm:spPr/>
      <dgm:t>
        <a:bodyPr/>
        <a:lstStyle/>
        <a:p>
          <a:endParaRPr lang="en-IN"/>
        </a:p>
      </dgm:t>
    </dgm:pt>
    <dgm:pt modelId="{FEB4A6EB-0AFD-464F-9E97-CE30D8EC28A1}" type="sibTrans" cxnId="{1BE65954-FEC2-40E5-8F09-F9A61576B4F6}">
      <dgm:prSet/>
      <dgm:spPr/>
      <dgm:t>
        <a:bodyPr/>
        <a:lstStyle/>
        <a:p>
          <a:endParaRPr lang="en-IN"/>
        </a:p>
      </dgm:t>
    </dgm:pt>
    <dgm:pt modelId="{A95F4F21-794F-47A4-B56B-20D36BF5B9C3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Basic formulas: SUM, AVERAGE, COUNT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AC5DB86-CF1C-4F68-9774-79C33A684E46}" type="parTrans" cxnId="{A9D3E6F3-E878-4DC8-AD53-AD2EBFCC620D}">
      <dgm:prSet/>
      <dgm:spPr/>
      <dgm:t>
        <a:bodyPr/>
        <a:lstStyle/>
        <a:p>
          <a:endParaRPr lang="en-IN"/>
        </a:p>
      </dgm:t>
    </dgm:pt>
    <dgm:pt modelId="{F2A4A6DD-0EDB-43D2-8437-E161DDF2DADA}" type="sibTrans" cxnId="{A9D3E6F3-E878-4DC8-AD53-AD2EBFCC620D}">
      <dgm:prSet/>
      <dgm:spPr/>
      <dgm:t>
        <a:bodyPr/>
        <a:lstStyle/>
        <a:p>
          <a:endParaRPr lang="en-IN"/>
        </a:p>
      </dgm:t>
    </dgm:pt>
    <dgm:pt modelId="{724A08F1-D749-4F58-948D-60F7CC16E7E3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Conditional formatting</a:t>
          </a:r>
        </a:p>
      </dgm:t>
    </dgm:pt>
    <dgm:pt modelId="{CA8A4FF7-E19D-4ED0-8801-9F5BBC68F923}" type="parTrans" cxnId="{6B457E53-492C-4778-8F1D-1517B84AFEA5}">
      <dgm:prSet/>
      <dgm:spPr/>
      <dgm:t>
        <a:bodyPr/>
        <a:lstStyle/>
        <a:p>
          <a:endParaRPr lang="en-IN"/>
        </a:p>
      </dgm:t>
    </dgm:pt>
    <dgm:pt modelId="{B4A636CB-58E0-4C60-9356-F0A1B1A67CF7}" type="sibTrans" cxnId="{6B457E53-492C-4778-8F1D-1517B84AFEA5}">
      <dgm:prSet/>
      <dgm:spPr/>
      <dgm:t>
        <a:bodyPr/>
        <a:lstStyle/>
        <a:p>
          <a:endParaRPr lang="en-IN"/>
        </a:p>
      </dgm:t>
    </dgm:pt>
    <dgm:pt modelId="{502BE215-C52F-4D3B-AB35-D18B5255B3B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Merged using common keys</a:t>
          </a:r>
        </a:p>
      </dgm:t>
    </dgm:pt>
    <dgm:pt modelId="{DE4B11E0-207F-4CFD-84F7-14FCC50B3625}" type="parTrans" cxnId="{AD4CBD00-EFD6-452F-BC06-6D55D6F3BA4F}">
      <dgm:prSet/>
      <dgm:spPr/>
      <dgm:t>
        <a:bodyPr/>
        <a:lstStyle/>
        <a:p>
          <a:endParaRPr lang="en-IN"/>
        </a:p>
      </dgm:t>
    </dgm:pt>
    <dgm:pt modelId="{9613E34F-80F2-4391-808C-81DB81A06489}" type="sibTrans" cxnId="{AD4CBD00-EFD6-452F-BC06-6D55D6F3BA4F}">
      <dgm:prSet/>
      <dgm:spPr/>
      <dgm:t>
        <a:bodyPr/>
        <a:lstStyle/>
        <a:p>
          <a:endParaRPr lang="en-IN"/>
        </a:p>
      </dgm:t>
    </dgm:pt>
    <dgm:pt modelId="{89185FF7-BBB1-4B86-8884-F9FB0723935A}" type="pres">
      <dgm:prSet presAssocID="{DC5C1127-9B2D-489F-8E5F-98D3FADD7EC1}" presName="linearFlow" presStyleCnt="0">
        <dgm:presLayoutVars>
          <dgm:dir/>
          <dgm:animLvl val="lvl"/>
          <dgm:resizeHandles val="exact"/>
        </dgm:presLayoutVars>
      </dgm:prSet>
      <dgm:spPr/>
    </dgm:pt>
    <dgm:pt modelId="{102D0C23-86DE-421A-B7C1-C22961F1A62B}" type="pres">
      <dgm:prSet presAssocID="{9C84CAF3-0EEA-43ED-8130-467331F544A8}" presName="composite" presStyleCnt="0"/>
      <dgm:spPr/>
    </dgm:pt>
    <dgm:pt modelId="{9E9A0982-2A40-423D-978E-6032F6A7DA8D}" type="pres">
      <dgm:prSet presAssocID="{9C84CAF3-0EEA-43ED-8130-467331F544A8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D6F9B4A-AD41-48F1-A4BE-FF61D5534698}" type="pres">
      <dgm:prSet presAssocID="{9C84CAF3-0EEA-43ED-8130-467331F544A8}" presName="parSh" presStyleLbl="node1" presStyleIdx="0" presStyleCnt="4"/>
      <dgm:spPr/>
    </dgm:pt>
    <dgm:pt modelId="{141D63D0-9FCD-43D3-9A52-6B03AFD3E864}" type="pres">
      <dgm:prSet presAssocID="{9C84CAF3-0EEA-43ED-8130-467331F544A8}" presName="desTx" presStyleLbl="fgAcc1" presStyleIdx="0" presStyleCnt="4">
        <dgm:presLayoutVars>
          <dgm:bulletEnabled val="1"/>
        </dgm:presLayoutVars>
      </dgm:prSet>
      <dgm:spPr/>
    </dgm:pt>
    <dgm:pt modelId="{F554FCCB-C442-4E0B-9D2C-81C36934800A}" type="pres">
      <dgm:prSet presAssocID="{41976179-E3DF-40A2-996D-9C3DBD6C567F}" presName="sibTrans" presStyleLbl="sibTrans2D1" presStyleIdx="0" presStyleCnt="3"/>
      <dgm:spPr/>
    </dgm:pt>
    <dgm:pt modelId="{3C747C77-ADEE-45F9-BBD1-85796BC668E4}" type="pres">
      <dgm:prSet presAssocID="{41976179-E3DF-40A2-996D-9C3DBD6C567F}" presName="connTx" presStyleLbl="sibTrans2D1" presStyleIdx="0" presStyleCnt="3"/>
      <dgm:spPr/>
    </dgm:pt>
    <dgm:pt modelId="{48EE9FF4-9121-4F4F-A947-74D28676AA57}" type="pres">
      <dgm:prSet presAssocID="{F4F9C89D-97DE-4606-8F67-CA9A6DC80E6E}" presName="composite" presStyleCnt="0"/>
      <dgm:spPr/>
    </dgm:pt>
    <dgm:pt modelId="{6D1DCDB5-A18E-4BCB-A826-73B65B848FCE}" type="pres">
      <dgm:prSet presAssocID="{F4F9C89D-97DE-4606-8F67-CA9A6DC80E6E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5E48AA-8880-4101-A362-6A687E93007A}" type="pres">
      <dgm:prSet presAssocID="{F4F9C89D-97DE-4606-8F67-CA9A6DC80E6E}" presName="parSh" presStyleLbl="node1" presStyleIdx="1" presStyleCnt="4"/>
      <dgm:spPr/>
    </dgm:pt>
    <dgm:pt modelId="{666EA35F-4A32-437B-83E8-140A1367156F}" type="pres">
      <dgm:prSet presAssocID="{F4F9C89D-97DE-4606-8F67-CA9A6DC80E6E}" presName="desTx" presStyleLbl="fgAcc1" presStyleIdx="1" presStyleCnt="4">
        <dgm:presLayoutVars>
          <dgm:bulletEnabled val="1"/>
        </dgm:presLayoutVars>
      </dgm:prSet>
      <dgm:spPr/>
    </dgm:pt>
    <dgm:pt modelId="{9ED86BDF-8D2F-4F2F-A62F-4231136E9030}" type="pres">
      <dgm:prSet presAssocID="{EAEB99A1-1915-400B-9B62-ADA038560672}" presName="sibTrans" presStyleLbl="sibTrans2D1" presStyleIdx="1" presStyleCnt="3"/>
      <dgm:spPr/>
    </dgm:pt>
    <dgm:pt modelId="{4D37AF76-0C91-40AA-94D0-C1C8A1E51714}" type="pres">
      <dgm:prSet presAssocID="{EAEB99A1-1915-400B-9B62-ADA038560672}" presName="connTx" presStyleLbl="sibTrans2D1" presStyleIdx="1" presStyleCnt="3"/>
      <dgm:spPr/>
    </dgm:pt>
    <dgm:pt modelId="{5510FDF7-DB94-431E-A4EF-0FD88941FE11}" type="pres">
      <dgm:prSet presAssocID="{2318A07D-19F4-4305-BE5E-C330FA15543B}" presName="composite" presStyleCnt="0"/>
      <dgm:spPr/>
    </dgm:pt>
    <dgm:pt modelId="{9534FD40-0767-4A3A-94C4-BCFF8BAE75FA}" type="pres">
      <dgm:prSet presAssocID="{2318A07D-19F4-4305-BE5E-C330FA15543B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B586B75-8E51-4A70-A167-2EC81C6BBD05}" type="pres">
      <dgm:prSet presAssocID="{2318A07D-19F4-4305-BE5E-C330FA15543B}" presName="parSh" presStyleLbl="node1" presStyleIdx="2" presStyleCnt="4"/>
      <dgm:spPr/>
    </dgm:pt>
    <dgm:pt modelId="{2E198422-D4A5-408A-865E-58F69B8A6BC5}" type="pres">
      <dgm:prSet presAssocID="{2318A07D-19F4-4305-BE5E-C330FA15543B}" presName="desTx" presStyleLbl="fgAcc1" presStyleIdx="2" presStyleCnt="4">
        <dgm:presLayoutVars>
          <dgm:bulletEnabled val="1"/>
        </dgm:presLayoutVars>
      </dgm:prSet>
      <dgm:spPr/>
    </dgm:pt>
    <dgm:pt modelId="{3A2A1818-3D9E-4F67-9E68-79D47441B0B8}" type="pres">
      <dgm:prSet presAssocID="{EB03A849-48BA-4539-95E9-FA91733E9D99}" presName="sibTrans" presStyleLbl="sibTrans2D1" presStyleIdx="2" presStyleCnt="3"/>
      <dgm:spPr/>
    </dgm:pt>
    <dgm:pt modelId="{8B583F88-D2F1-4C8F-9653-76DBEF56D6C7}" type="pres">
      <dgm:prSet presAssocID="{EB03A849-48BA-4539-95E9-FA91733E9D99}" presName="connTx" presStyleLbl="sibTrans2D1" presStyleIdx="2" presStyleCnt="3"/>
      <dgm:spPr/>
    </dgm:pt>
    <dgm:pt modelId="{9507BD73-0D77-4006-BF39-F7FDBBF6F942}" type="pres">
      <dgm:prSet presAssocID="{E9F95CEA-D083-4DAE-A46A-DAFE655FC30D}" presName="composite" presStyleCnt="0"/>
      <dgm:spPr/>
    </dgm:pt>
    <dgm:pt modelId="{73B42357-5B70-467D-9778-0F97CC0B6D0A}" type="pres">
      <dgm:prSet presAssocID="{E9F95CEA-D083-4DAE-A46A-DAFE655FC30D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8FA7435-1062-4BDE-8324-0579EE71AD5B}" type="pres">
      <dgm:prSet presAssocID="{E9F95CEA-D083-4DAE-A46A-DAFE655FC30D}" presName="parSh" presStyleLbl="node1" presStyleIdx="3" presStyleCnt="4"/>
      <dgm:spPr/>
    </dgm:pt>
    <dgm:pt modelId="{662BBC8C-ECFE-42CB-95B2-459D0274FAA7}" type="pres">
      <dgm:prSet presAssocID="{E9F95CEA-D083-4DAE-A46A-DAFE655FC30D}" presName="desTx" presStyleLbl="fgAcc1" presStyleIdx="3" presStyleCnt="4">
        <dgm:presLayoutVars>
          <dgm:bulletEnabled val="1"/>
        </dgm:presLayoutVars>
      </dgm:prSet>
      <dgm:spPr/>
    </dgm:pt>
  </dgm:ptLst>
  <dgm:cxnLst>
    <dgm:cxn modelId="{AD4CBD00-EFD6-452F-BC06-6D55D6F3BA4F}" srcId="{F4F9C89D-97DE-4606-8F67-CA9A6DC80E6E}" destId="{502BE215-C52F-4D3B-AB35-D18B5255B3B5}" srcOrd="1" destOrd="0" parTransId="{DE4B11E0-207F-4CFD-84F7-14FCC50B3625}" sibTransId="{9613E34F-80F2-4391-808C-81DB81A06489}"/>
    <dgm:cxn modelId="{9C311606-ED0E-46B5-9389-2A52DF8B5B34}" srcId="{2318A07D-19F4-4305-BE5E-C330FA15543B}" destId="{7F5E014A-6183-405E-BB3D-9B7918B9434D}" srcOrd="1" destOrd="0" parTransId="{702E5C88-1272-47CB-BBE2-E45F01DE47BA}" sibTransId="{037CEB35-F7A0-4876-BBDE-D98DB1F65F9D}"/>
    <dgm:cxn modelId="{EF808C0A-1E95-46A6-8E0B-9BB61E29A269}" type="presOf" srcId="{EB03A849-48BA-4539-95E9-FA91733E9D99}" destId="{3A2A1818-3D9E-4F67-9E68-79D47441B0B8}" srcOrd="0" destOrd="0" presId="urn:microsoft.com/office/officeart/2005/8/layout/process3"/>
    <dgm:cxn modelId="{94833B10-EE3C-40B1-BDEA-2F8E756D5AF1}" srcId="{E9F95CEA-D083-4DAE-A46A-DAFE655FC30D}" destId="{83E5DEB4-761C-40F0-8FB5-BBB1C52B1B2D}" srcOrd="2" destOrd="0" parTransId="{36FC1E2E-0F28-4CCD-9E70-500FC1C0029A}" sibTransId="{7780CA50-C65C-4D19-BE8D-53D497CB0F5D}"/>
    <dgm:cxn modelId="{D5B08B10-CDDB-4C4A-80D6-291ECC70FC98}" type="presOf" srcId="{F4F9C89D-97DE-4606-8F67-CA9A6DC80E6E}" destId="{6D1DCDB5-A18E-4BCB-A826-73B65B848FCE}" srcOrd="0" destOrd="0" presId="urn:microsoft.com/office/officeart/2005/8/layout/process3"/>
    <dgm:cxn modelId="{2B75BC14-917A-4C98-9633-959F349D940F}" srcId="{DC5C1127-9B2D-489F-8E5F-98D3FADD7EC1}" destId="{2318A07D-19F4-4305-BE5E-C330FA15543B}" srcOrd="2" destOrd="0" parTransId="{78761FBB-1121-4F42-9018-83DEE9D5AC20}" sibTransId="{EB03A849-48BA-4539-95E9-FA91733E9D99}"/>
    <dgm:cxn modelId="{714B1115-DEE5-4C57-B843-E1D5F62E612F}" type="presOf" srcId="{E9F95CEA-D083-4DAE-A46A-DAFE655FC30D}" destId="{73B42357-5B70-467D-9778-0F97CC0B6D0A}" srcOrd="0" destOrd="0" presId="urn:microsoft.com/office/officeart/2005/8/layout/process3"/>
    <dgm:cxn modelId="{45F6BA16-6552-4CA2-8914-D8EFF3BE7C2E}" srcId="{E9F95CEA-D083-4DAE-A46A-DAFE655FC30D}" destId="{575C66A8-D30D-4584-846F-63F90E29DDDA}" srcOrd="0" destOrd="0" parTransId="{1AB6CFA6-3607-4F1C-AB5C-4A80401C7304}" sibTransId="{45360517-FF0F-4EB0-A64B-DF6521669C54}"/>
    <dgm:cxn modelId="{4692CD16-5F1D-47CF-9BFB-9CB6DCC74BBF}" srcId="{9C84CAF3-0EEA-43ED-8130-467331F544A8}" destId="{6DE9FBC6-AC57-4A85-B68C-54CE47345272}" srcOrd="0" destOrd="0" parTransId="{28D6A04C-4159-49E9-844B-92909BAE2795}" sibTransId="{4F0BB43E-F43F-4941-B82F-FA2D430C4A70}"/>
    <dgm:cxn modelId="{AF543317-E37C-416C-B293-1FE726C05F84}" type="presOf" srcId="{B75507B3-D76D-4BF9-A5B4-9E474A6E58B8}" destId="{662BBC8C-ECFE-42CB-95B2-459D0274FAA7}" srcOrd="0" destOrd="1" presId="urn:microsoft.com/office/officeart/2005/8/layout/process3"/>
    <dgm:cxn modelId="{A013A21D-6A48-445B-8424-48FBB96A5065}" type="presOf" srcId="{F4F9C89D-97DE-4606-8F67-CA9A6DC80E6E}" destId="{975E48AA-8880-4101-A362-6A687E93007A}" srcOrd="1" destOrd="0" presId="urn:microsoft.com/office/officeart/2005/8/layout/process3"/>
    <dgm:cxn modelId="{06A16120-B2AD-4962-BF31-B4763FF59072}" type="presOf" srcId="{575C66A8-D30D-4584-846F-63F90E29DDDA}" destId="{662BBC8C-ECFE-42CB-95B2-459D0274FAA7}" srcOrd="0" destOrd="0" presId="urn:microsoft.com/office/officeart/2005/8/layout/process3"/>
    <dgm:cxn modelId="{36978E20-347C-48BB-882C-B703B5E2178F}" srcId="{2318A07D-19F4-4305-BE5E-C330FA15543B}" destId="{672BB018-FDA1-4096-B55F-C9F5F2683C07}" srcOrd="2" destOrd="0" parTransId="{5F7EDBE8-7220-42C5-882B-6CB38E35A027}" sibTransId="{299DDDF7-1903-4D66-8482-6C67D711314C}"/>
    <dgm:cxn modelId="{545E0221-E12B-4F63-9D0F-0C712134ED8C}" type="presOf" srcId="{83E5DEB4-761C-40F0-8FB5-BBB1C52B1B2D}" destId="{662BBC8C-ECFE-42CB-95B2-459D0274FAA7}" srcOrd="0" destOrd="2" presId="urn:microsoft.com/office/officeart/2005/8/layout/process3"/>
    <dgm:cxn modelId="{E8EC512A-F769-4D92-B24B-4E4E4B31EA71}" type="presOf" srcId="{EAEB99A1-1915-400B-9B62-ADA038560672}" destId="{9ED86BDF-8D2F-4F2F-A62F-4231136E9030}" srcOrd="0" destOrd="0" presId="urn:microsoft.com/office/officeart/2005/8/layout/process3"/>
    <dgm:cxn modelId="{5F79632F-A0E4-428D-B779-D99DA2F720C6}" type="presOf" srcId="{7F5E014A-6183-405E-BB3D-9B7918B9434D}" destId="{2E198422-D4A5-408A-865E-58F69B8A6BC5}" srcOrd="0" destOrd="1" presId="urn:microsoft.com/office/officeart/2005/8/layout/process3"/>
    <dgm:cxn modelId="{62DAD535-D827-4725-A473-88362F74A44B}" srcId="{DC5C1127-9B2D-489F-8E5F-98D3FADD7EC1}" destId="{F4F9C89D-97DE-4606-8F67-CA9A6DC80E6E}" srcOrd="1" destOrd="0" parTransId="{D75B8B91-270E-4549-8BEB-7DA8DDE3617D}" sibTransId="{EAEB99A1-1915-400B-9B62-ADA038560672}"/>
    <dgm:cxn modelId="{FF839E49-06E3-4B4F-9DC1-E17FA167D284}" type="presOf" srcId="{2318A07D-19F4-4305-BE5E-C330FA15543B}" destId="{7B586B75-8E51-4A70-A167-2EC81C6BBD05}" srcOrd="1" destOrd="0" presId="urn:microsoft.com/office/officeart/2005/8/layout/process3"/>
    <dgm:cxn modelId="{8D2F694C-F620-43F0-90E8-05BEA679EA3B}" type="presOf" srcId="{9C84CAF3-0EEA-43ED-8130-467331F544A8}" destId="{8D6F9B4A-AD41-48F1-A4BE-FF61D5534698}" srcOrd="1" destOrd="0" presId="urn:microsoft.com/office/officeart/2005/8/layout/process3"/>
    <dgm:cxn modelId="{93A8614D-5C7C-4693-A9C7-797E9199D018}" type="presOf" srcId="{41976179-E3DF-40A2-996D-9C3DBD6C567F}" destId="{3C747C77-ADEE-45F9-BBD1-85796BC668E4}" srcOrd="1" destOrd="0" presId="urn:microsoft.com/office/officeart/2005/8/layout/process3"/>
    <dgm:cxn modelId="{98C6466D-82D5-4F36-BA68-DDC4BF4DEC15}" type="presOf" srcId="{502BE215-C52F-4D3B-AB35-D18B5255B3B5}" destId="{666EA35F-4A32-437B-83E8-140A1367156F}" srcOrd="0" destOrd="1" presId="urn:microsoft.com/office/officeart/2005/8/layout/process3"/>
    <dgm:cxn modelId="{9FA05D4F-A73B-4132-A066-31BE0AA66369}" srcId="{F4F9C89D-97DE-4606-8F67-CA9A6DC80E6E}" destId="{FB5A616E-057B-4B2E-A6D7-C16E6DE73133}" srcOrd="0" destOrd="0" parTransId="{640F73D3-8A5D-4514-B644-3ED4472099AE}" sibTransId="{736C0641-D98C-4FB4-AB4B-DD5EC33A4284}"/>
    <dgm:cxn modelId="{D031CD6F-44C7-4A16-9BA3-52B75F88D120}" type="presOf" srcId="{FB5A616E-057B-4B2E-A6D7-C16E6DE73133}" destId="{666EA35F-4A32-437B-83E8-140A1367156F}" srcOrd="0" destOrd="0" presId="urn:microsoft.com/office/officeart/2005/8/layout/process3"/>
    <dgm:cxn modelId="{0C01DE6F-E08F-4144-A3A5-8B1D1E1DA398}" type="presOf" srcId="{EAEB99A1-1915-400B-9B62-ADA038560672}" destId="{4D37AF76-0C91-40AA-94D0-C1C8A1E51714}" srcOrd="1" destOrd="0" presId="urn:microsoft.com/office/officeart/2005/8/layout/process3"/>
    <dgm:cxn modelId="{3376F151-0B4A-49C5-AC08-6BCBC67EAC9D}" type="presOf" srcId="{6DE9FBC6-AC57-4A85-B68C-54CE47345272}" destId="{141D63D0-9FCD-43D3-9A52-6B03AFD3E864}" srcOrd="0" destOrd="0" presId="urn:microsoft.com/office/officeart/2005/8/layout/process3"/>
    <dgm:cxn modelId="{6B457E53-492C-4778-8F1D-1517B84AFEA5}" srcId="{9C84CAF3-0EEA-43ED-8130-467331F544A8}" destId="{724A08F1-D749-4F58-948D-60F7CC16E7E3}" srcOrd="2" destOrd="0" parTransId="{CA8A4FF7-E19D-4ED0-8801-9F5BBC68F923}" sibTransId="{B4A636CB-58E0-4C60-9356-F0A1B1A67CF7}"/>
    <dgm:cxn modelId="{1BE65954-FEC2-40E5-8F09-F9A61576B4F6}" srcId="{F4F9C89D-97DE-4606-8F67-CA9A6DC80E6E}" destId="{D0BE2EAA-20F2-4C16-B5BA-C454D27E043F}" srcOrd="2" destOrd="0" parTransId="{89DA6AB4-15BA-4378-A167-8154D34E470A}" sibTransId="{FEB4A6EB-0AFD-464F-9E97-CE30D8EC28A1}"/>
    <dgm:cxn modelId="{FD822977-29E8-4D8C-A4B4-EDFA91176CEE}" type="presOf" srcId="{E9F95CEA-D083-4DAE-A46A-DAFE655FC30D}" destId="{78FA7435-1062-4BDE-8324-0579EE71AD5B}" srcOrd="1" destOrd="0" presId="urn:microsoft.com/office/officeart/2005/8/layout/process3"/>
    <dgm:cxn modelId="{4C641159-22B7-416F-A7BB-BE6EC8710814}" srcId="{DC5C1127-9B2D-489F-8E5F-98D3FADD7EC1}" destId="{9C84CAF3-0EEA-43ED-8130-467331F544A8}" srcOrd="0" destOrd="0" parTransId="{D86FCB72-5749-4D1F-8789-A9CFC88F3616}" sibTransId="{41976179-E3DF-40A2-996D-9C3DBD6C567F}"/>
    <dgm:cxn modelId="{CCC0C887-B923-4CFB-A2BA-A327A7FC4FDA}" srcId="{E9F95CEA-D083-4DAE-A46A-DAFE655FC30D}" destId="{B75507B3-D76D-4BF9-A5B4-9E474A6E58B8}" srcOrd="1" destOrd="0" parTransId="{D10C68C1-CE41-4EE9-B845-3F014BA5495E}" sibTransId="{3B3D339B-A568-4BE0-8AE6-95266EDBC53D}"/>
    <dgm:cxn modelId="{CF851D8B-09B6-4538-B502-488AAFD83B14}" type="presOf" srcId="{A95F4F21-794F-47A4-B56B-20D36BF5B9C3}" destId="{141D63D0-9FCD-43D3-9A52-6B03AFD3E864}" srcOrd="0" destOrd="1" presId="urn:microsoft.com/office/officeart/2005/8/layout/process3"/>
    <dgm:cxn modelId="{78370BA7-BDB4-469B-842D-CA19E7BE679F}" type="presOf" srcId="{7C09DDF9-E4FB-433A-A930-2E744ED4B4D2}" destId="{2E198422-D4A5-408A-865E-58F69B8A6BC5}" srcOrd="0" destOrd="0" presId="urn:microsoft.com/office/officeart/2005/8/layout/process3"/>
    <dgm:cxn modelId="{67AD2AB7-50FF-451A-AF35-E06EA96E5139}" type="presOf" srcId="{41976179-E3DF-40A2-996D-9C3DBD6C567F}" destId="{F554FCCB-C442-4E0B-9D2C-81C36934800A}" srcOrd="0" destOrd="0" presId="urn:microsoft.com/office/officeart/2005/8/layout/process3"/>
    <dgm:cxn modelId="{B05E18B9-2627-4B3F-92BF-76496E73E209}" type="presOf" srcId="{9C84CAF3-0EEA-43ED-8130-467331F544A8}" destId="{9E9A0982-2A40-423D-978E-6032F6A7DA8D}" srcOrd="0" destOrd="0" presId="urn:microsoft.com/office/officeart/2005/8/layout/process3"/>
    <dgm:cxn modelId="{2B5ABCC0-11B2-4E05-BD9E-E63B6CBA8F2D}" type="presOf" srcId="{724A08F1-D749-4F58-948D-60F7CC16E7E3}" destId="{141D63D0-9FCD-43D3-9A52-6B03AFD3E864}" srcOrd="0" destOrd="2" presId="urn:microsoft.com/office/officeart/2005/8/layout/process3"/>
    <dgm:cxn modelId="{FD7EFFC3-4E84-4275-9055-34F64613BC66}" srcId="{2318A07D-19F4-4305-BE5E-C330FA15543B}" destId="{7C09DDF9-E4FB-433A-A930-2E744ED4B4D2}" srcOrd="0" destOrd="0" parTransId="{75D1BBB6-0433-4A60-B5B2-058513779597}" sibTransId="{7097F23B-4872-4830-B4AD-9516DDFB8BA9}"/>
    <dgm:cxn modelId="{A2E37BC6-2056-438B-A60D-B3D038B19B65}" type="presOf" srcId="{DC5C1127-9B2D-489F-8E5F-98D3FADD7EC1}" destId="{89185FF7-BBB1-4B86-8884-F9FB0723935A}" srcOrd="0" destOrd="0" presId="urn:microsoft.com/office/officeart/2005/8/layout/process3"/>
    <dgm:cxn modelId="{3D5168CB-7BB8-40C2-856F-D636BFA365B9}" type="presOf" srcId="{2318A07D-19F4-4305-BE5E-C330FA15543B}" destId="{9534FD40-0767-4A3A-94C4-BCFF8BAE75FA}" srcOrd="0" destOrd="0" presId="urn:microsoft.com/office/officeart/2005/8/layout/process3"/>
    <dgm:cxn modelId="{EC145DD8-4D2C-4ECC-AFC7-E4DDD8ABA846}" type="presOf" srcId="{D0BE2EAA-20F2-4C16-B5BA-C454D27E043F}" destId="{666EA35F-4A32-437B-83E8-140A1367156F}" srcOrd="0" destOrd="2" presId="urn:microsoft.com/office/officeart/2005/8/layout/process3"/>
    <dgm:cxn modelId="{A19E44E2-C655-476D-8A9E-DC60EE00FD28}" type="presOf" srcId="{672BB018-FDA1-4096-B55F-C9F5F2683C07}" destId="{2E198422-D4A5-408A-865E-58F69B8A6BC5}" srcOrd="0" destOrd="2" presId="urn:microsoft.com/office/officeart/2005/8/layout/process3"/>
    <dgm:cxn modelId="{753168EC-AEE6-4386-A554-4A34B799E751}" srcId="{DC5C1127-9B2D-489F-8E5F-98D3FADD7EC1}" destId="{E9F95CEA-D083-4DAE-A46A-DAFE655FC30D}" srcOrd="3" destOrd="0" parTransId="{9C36DD7D-49EF-45B0-894E-62612D4E3AD9}" sibTransId="{CEB2B6AD-59A7-4B34-99AD-43239C2F61BE}"/>
    <dgm:cxn modelId="{A9D3E6F3-E878-4DC8-AD53-AD2EBFCC620D}" srcId="{9C84CAF3-0EEA-43ED-8130-467331F544A8}" destId="{A95F4F21-794F-47A4-B56B-20D36BF5B9C3}" srcOrd="1" destOrd="0" parTransId="{BAC5DB86-CF1C-4F68-9774-79C33A684E46}" sibTransId="{F2A4A6DD-0EDB-43D2-8437-E161DDF2DADA}"/>
    <dgm:cxn modelId="{C71A2EFA-A173-4A56-9D4C-C64F4EB14EA4}" type="presOf" srcId="{EB03A849-48BA-4539-95E9-FA91733E9D99}" destId="{8B583F88-D2F1-4C8F-9653-76DBEF56D6C7}" srcOrd="1" destOrd="0" presId="urn:microsoft.com/office/officeart/2005/8/layout/process3"/>
    <dgm:cxn modelId="{13ACA275-C431-4662-93F7-E1F4A8FA265E}" type="presParOf" srcId="{89185FF7-BBB1-4B86-8884-F9FB0723935A}" destId="{102D0C23-86DE-421A-B7C1-C22961F1A62B}" srcOrd="0" destOrd="0" presId="urn:microsoft.com/office/officeart/2005/8/layout/process3"/>
    <dgm:cxn modelId="{99E32D88-4141-40C2-BE2C-4ADBD0AB710F}" type="presParOf" srcId="{102D0C23-86DE-421A-B7C1-C22961F1A62B}" destId="{9E9A0982-2A40-423D-978E-6032F6A7DA8D}" srcOrd="0" destOrd="0" presId="urn:microsoft.com/office/officeart/2005/8/layout/process3"/>
    <dgm:cxn modelId="{061F64D4-C88B-469D-AF6D-14AB85D69461}" type="presParOf" srcId="{102D0C23-86DE-421A-B7C1-C22961F1A62B}" destId="{8D6F9B4A-AD41-48F1-A4BE-FF61D5534698}" srcOrd="1" destOrd="0" presId="urn:microsoft.com/office/officeart/2005/8/layout/process3"/>
    <dgm:cxn modelId="{7D82D6EE-A425-4EE3-BE6D-BAE35FBD6CFC}" type="presParOf" srcId="{102D0C23-86DE-421A-B7C1-C22961F1A62B}" destId="{141D63D0-9FCD-43D3-9A52-6B03AFD3E864}" srcOrd="2" destOrd="0" presId="urn:microsoft.com/office/officeart/2005/8/layout/process3"/>
    <dgm:cxn modelId="{7447F8BF-2AD7-4D45-8DB0-F49DA29E0F87}" type="presParOf" srcId="{89185FF7-BBB1-4B86-8884-F9FB0723935A}" destId="{F554FCCB-C442-4E0B-9D2C-81C36934800A}" srcOrd="1" destOrd="0" presId="urn:microsoft.com/office/officeart/2005/8/layout/process3"/>
    <dgm:cxn modelId="{19A62463-786B-4D48-9204-93CB9CACFAFC}" type="presParOf" srcId="{F554FCCB-C442-4E0B-9D2C-81C36934800A}" destId="{3C747C77-ADEE-45F9-BBD1-85796BC668E4}" srcOrd="0" destOrd="0" presId="urn:microsoft.com/office/officeart/2005/8/layout/process3"/>
    <dgm:cxn modelId="{E80BFD51-BB9F-4B0D-B232-96843F17C522}" type="presParOf" srcId="{89185FF7-BBB1-4B86-8884-F9FB0723935A}" destId="{48EE9FF4-9121-4F4F-A947-74D28676AA57}" srcOrd="2" destOrd="0" presId="urn:microsoft.com/office/officeart/2005/8/layout/process3"/>
    <dgm:cxn modelId="{2CEA6C54-507E-4A7E-87FF-E140AFE43CFD}" type="presParOf" srcId="{48EE9FF4-9121-4F4F-A947-74D28676AA57}" destId="{6D1DCDB5-A18E-4BCB-A826-73B65B848FCE}" srcOrd="0" destOrd="0" presId="urn:microsoft.com/office/officeart/2005/8/layout/process3"/>
    <dgm:cxn modelId="{F3E702B5-3F83-419D-88EF-69AFE1C17E27}" type="presParOf" srcId="{48EE9FF4-9121-4F4F-A947-74D28676AA57}" destId="{975E48AA-8880-4101-A362-6A687E93007A}" srcOrd="1" destOrd="0" presId="urn:microsoft.com/office/officeart/2005/8/layout/process3"/>
    <dgm:cxn modelId="{E07C9BA0-128C-4073-9889-53A0817CAFC7}" type="presParOf" srcId="{48EE9FF4-9121-4F4F-A947-74D28676AA57}" destId="{666EA35F-4A32-437B-83E8-140A1367156F}" srcOrd="2" destOrd="0" presId="urn:microsoft.com/office/officeart/2005/8/layout/process3"/>
    <dgm:cxn modelId="{A610B523-E7F7-42F1-8546-661E265F924C}" type="presParOf" srcId="{89185FF7-BBB1-4B86-8884-F9FB0723935A}" destId="{9ED86BDF-8D2F-4F2F-A62F-4231136E9030}" srcOrd="3" destOrd="0" presId="urn:microsoft.com/office/officeart/2005/8/layout/process3"/>
    <dgm:cxn modelId="{976AAF94-E7B2-4E6B-87B7-1F903AED8F72}" type="presParOf" srcId="{9ED86BDF-8D2F-4F2F-A62F-4231136E9030}" destId="{4D37AF76-0C91-40AA-94D0-C1C8A1E51714}" srcOrd="0" destOrd="0" presId="urn:microsoft.com/office/officeart/2005/8/layout/process3"/>
    <dgm:cxn modelId="{C4AE8776-7053-46B4-A459-D6556C7A500D}" type="presParOf" srcId="{89185FF7-BBB1-4B86-8884-F9FB0723935A}" destId="{5510FDF7-DB94-431E-A4EF-0FD88941FE11}" srcOrd="4" destOrd="0" presId="urn:microsoft.com/office/officeart/2005/8/layout/process3"/>
    <dgm:cxn modelId="{F0C60682-1E5F-46A1-A864-815CE7C7A5C9}" type="presParOf" srcId="{5510FDF7-DB94-431E-A4EF-0FD88941FE11}" destId="{9534FD40-0767-4A3A-94C4-BCFF8BAE75FA}" srcOrd="0" destOrd="0" presId="urn:microsoft.com/office/officeart/2005/8/layout/process3"/>
    <dgm:cxn modelId="{9B8DD3A5-778D-4C94-875A-2354CA4709A6}" type="presParOf" srcId="{5510FDF7-DB94-431E-A4EF-0FD88941FE11}" destId="{7B586B75-8E51-4A70-A167-2EC81C6BBD05}" srcOrd="1" destOrd="0" presId="urn:microsoft.com/office/officeart/2005/8/layout/process3"/>
    <dgm:cxn modelId="{6662469D-19AC-406A-AD0F-87A6B85B4232}" type="presParOf" srcId="{5510FDF7-DB94-431E-A4EF-0FD88941FE11}" destId="{2E198422-D4A5-408A-865E-58F69B8A6BC5}" srcOrd="2" destOrd="0" presId="urn:microsoft.com/office/officeart/2005/8/layout/process3"/>
    <dgm:cxn modelId="{5DC4FFB1-2684-4337-B768-ABD40444B6D2}" type="presParOf" srcId="{89185FF7-BBB1-4B86-8884-F9FB0723935A}" destId="{3A2A1818-3D9E-4F67-9E68-79D47441B0B8}" srcOrd="5" destOrd="0" presId="urn:microsoft.com/office/officeart/2005/8/layout/process3"/>
    <dgm:cxn modelId="{DC6DFA5D-E322-43A7-9479-734C8A8087CE}" type="presParOf" srcId="{3A2A1818-3D9E-4F67-9E68-79D47441B0B8}" destId="{8B583F88-D2F1-4C8F-9653-76DBEF56D6C7}" srcOrd="0" destOrd="0" presId="urn:microsoft.com/office/officeart/2005/8/layout/process3"/>
    <dgm:cxn modelId="{36854897-B9ED-4B38-A870-2A913AC11762}" type="presParOf" srcId="{89185FF7-BBB1-4B86-8884-F9FB0723935A}" destId="{9507BD73-0D77-4006-BF39-F7FDBBF6F942}" srcOrd="6" destOrd="0" presId="urn:microsoft.com/office/officeart/2005/8/layout/process3"/>
    <dgm:cxn modelId="{97EFB86D-8BA3-433D-BD7B-44706171A817}" type="presParOf" srcId="{9507BD73-0D77-4006-BF39-F7FDBBF6F942}" destId="{73B42357-5B70-467D-9778-0F97CC0B6D0A}" srcOrd="0" destOrd="0" presId="urn:microsoft.com/office/officeart/2005/8/layout/process3"/>
    <dgm:cxn modelId="{63FA7320-8C28-422D-BE8F-E22AD10601C8}" type="presParOf" srcId="{9507BD73-0D77-4006-BF39-F7FDBBF6F942}" destId="{78FA7435-1062-4BDE-8324-0579EE71AD5B}" srcOrd="1" destOrd="0" presId="urn:microsoft.com/office/officeart/2005/8/layout/process3"/>
    <dgm:cxn modelId="{D44F2FE3-7311-4365-9C97-CA6A3029CA3C}" type="presParOf" srcId="{9507BD73-0D77-4006-BF39-F7FDBBF6F942}" destId="{662BBC8C-ECFE-42CB-95B2-459D0274FAA7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580FA-9531-40A6-8C17-0435CE08BDB1}">
      <dsp:nvSpPr>
        <dsp:cNvPr id="0" name=""/>
        <dsp:cNvSpPr/>
      </dsp:nvSpPr>
      <dsp:spPr>
        <a:xfrm>
          <a:off x="7143" y="1001183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Import </a:t>
          </a:r>
        </a:p>
      </dsp:txBody>
      <dsp:txXfrm>
        <a:off x="44665" y="1038705"/>
        <a:ext cx="2060143" cy="1206068"/>
      </dsp:txXfrm>
    </dsp:sp>
    <dsp:sp modelId="{DD096911-35DD-40CA-A736-927FFB462737}">
      <dsp:nvSpPr>
        <dsp:cNvPr id="0" name=""/>
        <dsp:cNvSpPr/>
      </dsp:nvSpPr>
      <dsp:spPr>
        <a:xfrm>
          <a:off x="2330227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>
        <a:off x="2330227" y="1482881"/>
        <a:ext cx="316861" cy="317716"/>
      </dsp:txXfrm>
    </dsp:sp>
    <dsp:sp modelId="{785E866A-FBB6-4B52-A5C6-57A207C9C185}">
      <dsp:nvSpPr>
        <dsp:cNvPr id="0" name=""/>
        <dsp:cNvSpPr/>
      </dsp:nvSpPr>
      <dsp:spPr>
        <a:xfrm>
          <a:off x="2996406" y="1001183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Cleaning</a:t>
          </a:r>
          <a:r>
            <a:rPr lang="en-IN" sz="3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3033928" y="1038705"/>
        <a:ext cx="2060143" cy="1206068"/>
      </dsp:txXfrm>
    </dsp:sp>
    <dsp:sp modelId="{C0F51436-B94F-4A71-8080-7E1EACF71998}">
      <dsp:nvSpPr>
        <dsp:cNvPr id="0" name=""/>
        <dsp:cNvSpPr/>
      </dsp:nvSpPr>
      <dsp:spPr>
        <a:xfrm>
          <a:off x="5319490" y="1376976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>
        <a:off x="5319490" y="1482881"/>
        <a:ext cx="316861" cy="317716"/>
      </dsp:txXfrm>
    </dsp:sp>
    <dsp:sp modelId="{4C305431-1EA3-4A24-89C3-0D27C70E3FF6}">
      <dsp:nvSpPr>
        <dsp:cNvPr id="0" name=""/>
        <dsp:cNvSpPr/>
      </dsp:nvSpPr>
      <dsp:spPr>
        <a:xfrm>
          <a:off x="5985668" y="1001183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Merging</a:t>
          </a:r>
        </a:p>
      </dsp:txBody>
      <dsp:txXfrm>
        <a:off x="6023190" y="1038705"/>
        <a:ext cx="2060143" cy="1206068"/>
      </dsp:txXfrm>
    </dsp:sp>
    <dsp:sp modelId="{67307A82-5714-4220-B645-6A1901A7465D}">
      <dsp:nvSpPr>
        <dsp:cNvPr id="0" name=""/>
        <dsp:cNvSpPr/>
      </dsp:nvSpPr>
      <dsp:spPr>
        <a:xfrm rot="5400000">
          <a:off x="6826932" y="2431759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-5400000">
        <a:off x="6894404" y="2470192"/>
        <a:ext cx="317716" cy="316861"/>
      </dsp:txXfrm>
    </dsp:sp>
    <dsp:sp modelId="{01B8E14D-AC41-40F1-86D0-F498252F0782}">
      <dsp:nvSpPr>
        <dsp:cNvPr id="0" name=""/>
        <dsp:cNvSpPr/>
      </dsp:nvSpPr>
      <dsp:spPr>
        <a:xfrm>
          <a:off x="5985668" y="3136371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500" kern="1200" dirty="0"/>
        </a:p>
      </dsp:txBody>
      <dsp:txXfrm>
        <a:off x="6023190" y="3173893"/>
        <a:ext cx="2060143" cy="1206068"/>
      </dsp:txXfrm>
    </dsp:sp>
    <dsp:sp modelId="{17BC8BBA-E2D4-4B32-A020-487D582BB947}">
      <dsp:nvSpPr>
        <dsp:cNvPr id="0" name=""/>
        <dsp:cNvSpPr/>
      </dsp:nvSpPr>
      <dsp:spPr>
        <a:xfrm rot="10800000">
          <a:off x="5345112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10800000">
        <a:off x="5480910" y="3618068"/>
        <a:ext cx="316861" cy="317716"/>
      </dsp:txXfrm>
    </dsp:sp>
    <dsp:sp modelId="{4565D323-34C3-4A08-AD0D-E1D01CACD44D}">
      <dsp:nvSpPr>
        <dsp:cNvPr id="0" name=""/>
        <dsp:cNvSpPr/>
      </dsp:nvSpPr>
      <dsp:spPr>
        <a:xfrm>
          <a:off x="2996406" y="313637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500" kern="1200"/>
        </a:p>
      </dsp:txBody>
      <dsp:txXfrm>
        <a:off x="3033928" y="3173892"/>
        <a:ext cx="2060143" cy="1206068"/>
      </dsp:txXfrm>
    </dsp:sp>
    <dsp:sp modelId="{5335A2A2-ACFF-4422-9A9E-37D9144584F5}">
      <dsp:nvSpPr>
        <dsp:cNvPr id="0" name=""/>
        <dsp:cNvSpPr/>
      </dsp:nvSpPr>
      <dsp:spPr>
        <a:xfrm rot="10800000">
          <a:off x="2355850" y="3512163"/>
          <a:ext cx="452659" cy="52952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200" kern="1200"/>
        </a:p>
      </dsp:txBody>
      <dsp:txXfrm rot="10800000">
        <a:off x="2491648" y="3618068"/>
        <a:ext cx="316861" cy="317716"/>
      </dsp:txXfrm>
    </dsp:sp>
    <dsp:sp modelId="{487F1D88-69C0-4F3A-96B3-1EA6EC705E69}">
      <dsp:nvSpPr>
        <dsp:cNvPr id="0" name=""/>
        <dsp:cNvSpPr/>
      </dsp:nvSpPr>
      <dsp:spPr>
        <a:xfrm>
          <a:off x="7143" y="3136370"/>
          <a:ext cx="2135187" cy="128111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500" kern="1200" dirty="0"/>
        </a:p>
      </dsp:txBody>
      <dsp:txXfrm>
        <a:off x="44665" y="3173892"/>
        <a:ext cx="2060143" cy="12060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6F9B4A-AD41-48F1-A4BE-FF61D5534698}">
      <dsp:nvSpPr>
        <dsp:cNvPr id="0" name=""/>
        <dsp:cNvSpPr/>
      </dsp:nvSpPr>
      <dsp:spPr>
        <a:xfrm>
          <a:off x="1379" y="822646"/>
          <a:ext cx="1732984" cy="898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Excel Foundations Used</a:t>
          </a:r>
        </a:p>
      </dsp:txBody>
      <dsp:txXfrm>
        <a:off x="1379" y="822646"/>
        <a:ext cx="1732984" cy="598783"/>
      </dsp:txXfrm>
    </dsp:sp>
    <dsp:sp modelId="{141D63D0-9FCD-43D3-9A52-6B03AFD3E864}">
      <dsp:nvSpPr>
        <dsp:cNvPr id="0" name=""/>
        <dsp:cNvSpPr/>
      </dsp:nvSpPr>
      <dsp:spPr>
        <a:xfrm>
          <a:off x="356327" y="1421430"/>
          <a:ext cx="1732984" cy="253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Sorting, filtering, formatting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Basic formulas: SUM, AVERAGE, COUNT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Conditional formatting</a:t>
          </a:r>
        </a:p>
      </dsp:txBody>
      <dsp:txXfrm>
        <a:off x="407084" y="1472187"/>
        <a:ext cx="1631470" cy="2432886"/>
      </dsp:txXfrm>
    </dsp:sp>
    <dsp:sp modelId="{F554FCCB-C442-4E0B-9D2C-81C36934800A}">
      <dsp:nvSpPr>
        <dsp:cNvPr id="0" name=""/>
        <dsp:cNvSpPr/>
      </dsp:nvSpPr>
      <dsp:spPr>
        <a:xfrm>
          <a:off x="1997078" y="906306"/>
          <a:ext cx="556954" cy="431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97078" y="992599"/>
        <a:ext cx="427515" cy="258877"/>
      </dsp:txXfrm>
    </dsp:sp>
    <dsp:sp modelId="{975E48AA-8880-4101-A362-6A687E93007A}">
      <dsp:nvSpPr>
        <dsp:cNvPr id="0" name=""/>
        <dsp:cNvSpPr/>
      </dsp:nvSpPr>
      <dsp:spPr>
        <a:xfrm>
          <a:off x="2785221" y="822646"/>
          <a:ext cx="1732984" cy="898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Cleaning &amp; Merging</a:t>
          </a:r>
        </a:p>
      </dsp:txBody>
      <dsp:txXfrm>
        <a:off x="2785221" y="822646"/>
        <a:ext cx="1732984" cy="598783"/>
      </dsp:txXfrm>
    </dsp:sp>
    <dsp:sp modelId="{666EA35F-4A32-437B-83E8-140A1367156F}">
      <dsp:nvSpPr>
        <dsp:cNvPr id="0" name=""/>
        <dsp:cNvSpPr/>
      </dsp:nvSpPr>
      <dsp:spPr>
        <a:xfrm>
          <a:off x="3140169" y="1421430"/>
          <a:ext cx="1732984" cy="253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Imported datasets into Excel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Merged using common keys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Handled missing &amp; duplicate values</a:t>
          </a:r>
        </a:p>
      </dsp:txBody>
      <dsp:txXfrm>
        <a:off x="3190926" y="1472187"/>
        <a:ext cx="1631470" cy="2432886"/>
      </dsp:txXfrm>
    </dsp:sp>
    <dsp:sp modelId="{9ED86BDF-8D2F-4F2F-A62F-4231136E9030}">
      <dsp:nvSpPr>
        <dsp:cNvPr id="0" name=""/>
        <dsp:cNvSpPr/>
      </dsp:nvSpPr>
      <dsp:spPr>
        <a:xfrm>
          <a:off x="4780920" y="906306"/>
          <a:ext cx="556954" cy="431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0920" y="992599"/>
        <a:ext cx="427515" cy="258877"/>
      </dsp:txXfrm>
    </dsp:sp>
    <dsp:sp modelId="{7B586B75-8E51-4A70-A167-2EC81C6BBD05}">
      <dsp:nvSpPr>
        <dsp:cNvPr id="0" name=""/>
        <dsp:cNvSpPr/>
      </dsp:nvSpPr>
      <dsp:spPr>
        <a:xfrm>
          <a:off x="5569063" y="822646"/>
          <a:ext cx="1732984" cy="898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Conditional Logic &amp; Lookups</a:t>
          </a:r>
        </a:p>
      </dsp:txBody>
      <dsp:txXfrm>
        <a:off x="5569063" y="822646"/>
        <a:ext cx="1732984" cy="598783"/>
      </dsp:txXfrm>
    </dsp:sp>
    <dsp:sp modelId="{2E198422-D4A5-408A-865E-58F69B8A6BC5}">
      <dsp:nvSpPr>
        <dsp:cNvPr id="0" name=""/>
        <dsp:cNvSpPr/>
      </dsp:nvSpPr>
      <dsp:spPr>
        <a:xfrm>
          <a:off x="5924011" y="1421430"/>
          <a:ext cx="1732984" cy="253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IF statements for classification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VLOOKUP / INDEX-MATCH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Derived analytical columns</a:t>
          </a:r>
        </a:p>
      </dsp:txBody>
      <dsp:txXfrm>
        <a:off x="5974768" y="1472187"/>
        <a:ext cx="1631470" cy="2432886"/>
      </dsp:txXfrm>
    </dsp:sp>
    <dsp:sp modelId="{3A2A1818-3D9E-4F67-9E68-79D47441B0B8}">
      <dsp:nvSpPr>
        <dsp:cNvPr id="0" name=""/>
        <dsp:cNvSpPr/>
      </dsp:nvSpPr>
      <dsp:spPr>
        <a:xfrm>
          <a:off x="7564762" y="906306"/>
          <a:ext cx="556954" cy="43146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564762" y="992599"/>
        <a:ext cx="427515" cy="258877"/>
      </dsp:txXfrm>
    </dsp:sp>
    <dsp:sp modelId="{78FA7435-1062-4BDE-8324-0579EE71AD5B}">
      <dsp:nvSpPr>
        <dsp:cNvPr id="0" name=""/>
        <dsp:cNvSpPr/>
      </dsp:nvSpPr>
      <dsp:spPr>
        <a:xfrm>
          <a:off x="8352905" y="822646"/>
          <a:ext cx="1732984" cy="8981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Advanced Data Analysis</a:t>
          </a:r>
        </a:p>
      </dsp:txBody>
      <dsp:txXfrm>
        <a:off x="8352905" y="822646"/>
        <a:ext cx="1732984" cy="598783"/>
      </dsp:txXfrm>
    </dsp:sp>
    <dsp:sp modelId="{662BBC8C-ECFE-42CB-95B2-459D0274FAA7}">
      <dsp:nvSpPr>
        <dsp:cNvPr id="0" name=""/>
        <dsp:cNvSpPr/>
      </dsp:nvSpPr>
      <dsp:spPr>
        <a:xfrm>
          <a:off x="8707853" y="1421430"/>
          <a:ext cx="1732984" cy="2534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Pivot tables &amp; pivot charts</a:t>
          </a:r>
          <a:endParaRPr lang="en-IN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SUMIF, COUNTIF, CORREL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Times New Roman" panose="02020603050405020304" pitchFamily="18" charset="0"/>
              <a:cs typeface="Times New Roman" panose="02020603050405020304" pitchFamily="18" charset="0"/>
            </a:rPr>
            <a:t>Demand trend analysis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758610" y="1472187"/>
        <a:ext cx="1631470" cy="24328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880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11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970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258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125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19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800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098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98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6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256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908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140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0992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7444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976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75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528F10-28B8-4966-AC79-25455D7C6D05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8F54F98-ECFC-4481-AA7A-50A603748A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43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CE35-2A62-798B-F650-2FDE000F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1923" y="1760241"/>
            <a:ext cx="8574622" cy="811120"/>
          </a:xfrm>
          <a:prstGeom prst="round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Sharing Demand Analysis Project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3B7C9-F1EA-C860-839D-11C6166E7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3909" y="2571361"/>
            <a:ext cx="6987645" cy="1715278"/>
          </a:xfrm>
        </p:spPr>
        <p:txBody>
          <a:bodyPr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Excel</a:t>
            </a:r>
          </a:p>
          <a:p>
            <a:pPr algn="ctr">
              <a:lnSpc>
                <a:spcPct val="110000"/>
              </a:lnSpc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Solutions</a:t>
            </a:r>
          </a:p>
          <a:p>
            <a:pPr algn="ctr">
              <a:lnSpc>
                <a:spcPct val="11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Abhishek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Vagadiya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CFB4AA-6734-8205-454C-C5EF9296E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060" y="4825537"/>
            <a:ext cx="4877911" cy="203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23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CFCC-DB4A-7909-4F02-3608C4CB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9862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59AF7-994D-1B53-A1D1-69485B9BE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684421"/>
            <a:ext cx="10018713" cy="411881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Next Hikes IT Solutions, we present new automated and web solutions to aid you take your commerce to the next stage. Whether you desire 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marvellous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website, a strong app, or a custom operating system, we have the proficiency and contacts to transfer it.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Startups to large enterprises seeking to enhance their digital footprint and operational efficiency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790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8776-ED20-941B-06E0-68AB5BCA7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141" y="416643"/>
            <a:ext cx="10018713" cy="134333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14D6-A810-7577-F150-B03C171E8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4142" y="2074607"/>
            <a:ext cx="10018713" cy="3401961"/>
          </a:xfrm>
        </p:spPr>
        <p:txBody>
          <a:bodyPr anchor="t"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analyzes bike-sharing demand using Excel to understand the impact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weather, time, and holidays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rentals using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import, clean, merge, and analyze multiple datasets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collected at hourly and daily levels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datasets are cleaned, merged, and analyzed using advanced Excel techniques such as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tables, dashboards, and VBA automation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is to generate actionable insights and automated reports that support efficient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224434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4D7D2-3169-44DA-EA9A-E5BFAE7F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81000"/>
            <a:ext cx="10018713" cy="1371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4374C-BAE7-F51C-8111-865FB73C6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815" y="1399673"/>
            <a:ext cx="10018713" cy="306404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how weather, time, and holidays affect bike rentals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bike-sharing demand using Excel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insights to improve business planning and decisions</a:t>
            </a:r>
          </a:p>
        </p:txBody>
      </p:sp>
    </p:spTree>
    <p:extLst>
      <p:ext uri="{BB962C8B-B14F-4D97-AF65-F5344CB8AC3E}">
        <p14:creationId xmlns:p14="http://schemas.microsoft.com/office/powerpoint/2010/main" val="189057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5B36-6C01-160C-8F3B-572152CF6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427C-8322-70D1-85C5-0179276A5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8" y="1469859"/>
            <a:ext cx="10018713" cy="31242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Merged Excel dataset from multiple sources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Hourly &amp; daily bike rental data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390</a:t>
            </a:r>
          </a:p>
        </p:txBody>
      </p:sp>
    </p:spTree>
    <p:extLst>
      <p:ext uri="{BB962C8B-B14F-4D97-AF65-F5344CB8AC3E}">
        <p14:creationId xmlns:p14="http://schemas.microsoft.com/office/powerpoint/2010/main" val="3185663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70BC-6692-66BC-D48F-2CCE61431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821" y="-56807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D256EAA-B9AC-8604-D674-64B16910BD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0294574"/>
              </p:ext>
            </p:extLst>
          </p:nvPr>
        </p:nvGraphicFramePr>
        <p:xfrm>
          <a:off x="2534904" y="84748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A754A44-552D-909A-E19F-2458D67D6742}"/>
              </a:ext>
            </a:extLst>
          </p:cNvPr>
          <p:cNvSpPr txBox="1"/>
          <p:nvPr/>
        </p:nvSpPr>
        <p:spPr>
          <a:xfrm>
            <a:off x="8839081" y="4296697"/>
            <a:ext cx="1531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577C3B-07C7-144B-730A-A7C25BF87CEC}"/>
              </a:ext>
            </a:extLst>
          </p:cNvPr>
          <p:cNvSpPr txBox="1"/>
          <p:nvPr/>
        </p:nvSpPr>
        <p:spPr>
          <a:xfrm>
            <a:off x="5634537" y="4296697"/>
            <a:ext cx="185178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C91D1B-C9EB-C41E-5347-BEFD9A58D085}"/>
              </a:ext>
            </a:extLst>
          </p:cNvPr>
          <p:cNvSpPr txBox="1"/>
          <p:nvPr/>
        </p:nvSpPr>
        <p:spPr>
          <a:xfrm>
            <a:off x="2534904" y="4268057"/>
            <a:ext cx="2125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</a:p>
        </p:txBody>
      </p:sp>
    </p:spTree>
    <p:extLst>
      <p:ext uri="{BB962C8B-B14F-4D97-AF65-F5344CB8AC3E}">
        <p14:creationId xmlns:p14="http://schemas.microsoft.com/office/powerpoint/2010/main" val="114175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7E8B-60CC-3314-63D4-9B2AC9DB5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92" y="469491"/>
            <a:ext cx="10018713" cy="13003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 &amp; Excel Methodology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D29AC6-74B2-FCA7-EA66-19D1FF9649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8415770"/>
              </p:ext>
            </p:extLst>
          </p:nvPr>
        </p:nvGraphicFramePr>
        <p:xfrm>
          <a:off x="1356492" y="1386348"/>
          <a:ext cx="10442218" cy="47784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504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BDDB-8D27-A909-1698-891F627D2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849" y="0"/>
            <a:ext cx="10018713" cy="1182329"/>
          </a:xfrm>
        </p:spPr>
        <p:txBody>
          <a:bodyPr/>
          <a:lstStyle/>
          <a:p>
            <a:r>
              <a:rPr lang="en-IN" dirty="0"/>
              <a:t>Excel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F3F443-A84F-05E4-ACA1-36F202436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" b="2767"/>
          <a:stretch>
            <a:fillRect/>
          </a:stretch>
        </p:blipFill>
        <p:spPr>
          <a:xfrm>
            <a:off x="2860877" y="973391"/>
            <a:ext cx="6768560" cy="37657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D4D7ED-F940-D29F-87F9-CAB930090B83}"/>
              </a:ext>
            </a:extLst>
          </p:cNvPr>
          <p:cNvSpPr txBox="1"/>
          <p:nvPr/>
        </p:nvSpPr>
        <p:spPr>
          <a:xfrm>
            <a:off x="1995946" y="4882620"/>
            <a:ext cx="9206343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summarizes bike-sharing demand across time, weather, and user segments. It highlights peak commuting hours, higher weekday usage, strong dependence on weather conditions, and dominant contribution from registered users.</a:t>
            </a:r>
          </a:p>
        </p:txBody>
      </p:sp>
    </p:spTree>
    <p:extLst>
      <p:ext uri="{BB962C8B-B14F-4D97-AF65-F5344CB8AC3E}">
        <p14:creationId xmlns:p14="http://schemas.microsoft.com/office/powerpoint/2010/main" val="2287967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06019CD-093C-AFC9-2B51-091E3F8E9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29594396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150</TotalTime>
  <Words>328</Words>
  <Application>Microsoft Office PowerPoint</Application>
  <PresentationFormat>Widescreen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Corbel</vt:lpstr>
      <vt:lpstr>Times New Roman</vt:lpstr>
      <vt:lpstr>Parallax</vt:lpstr>
      <vt:lpstr>Bike Sharing Demand Analysis Project</vt:lpstr>
      <vt:lpstr>About Us</vt:lpstr>
      <vt:lpstr>Project Introduction</vt:lpstr>
      <vt:lpstr>Problem Statement</vt:lpstr>
      <vt:lpstr>Dataset Overview</vt:lpstr>
      <vt:lpstr>Project Workflow (NextHikes)</vt:lpstr>
      <vt:lpstr>Project Workflow &amp; Excel Methodology</vt:lpstr>
      <vt:lpstr>Excel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Meet Vadher</dc:creator>
  <cp:lastModifiedBy>Meet Vadher</cp:lastModifiedBy>
  <cp:revision>2</cp:revision>
  <dcterms:created xsi:type="dcterms:W3CDTF">2026-01-20T12:20:11Z</dcterms:created>
  <dcterms:modified xsi:type="dcterms:W3CDTF">2026-01-20T14:51:01Z</dcterms:modified>
</cp:coreProperties>
</file>